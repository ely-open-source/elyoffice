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��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Yellow Idea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785160" y="1498680"/>
            <a:ext cx="3064680" cy="2957760"/>
            <a:chOff x="785160" y="1498680"/>
            <a:chExt cx="3064680" cy="2957760"/>
          </a:xfrm>
        </p:grpSpPr>
        <p:grpSp>
          <p:nvGrpSpPr>
            <p:cNvPr id="3" name=""/>
            <p:cNvGrpSpPr/>
            <p:nvPr/>
          </p:nvGrpSpPr>
          <p:grpSpPr>
            <a:xfrm>
              <a:off x="1668240" y="2219040"/>
              <a:ext cx="1557000" cy="2237400"/>
              <a:chOff x="1668240" y="2219040"/>
              <a:chExt cx="1557000" cy="2237400"/>
            </a:xfrm>
          </p:grpSpPr>
          <p:sp>
            <p:nvSpPr>
              <p:cNvPr id="4" name=""/>
              <p:cNvSpPr/>
              <p:nvPr/>
            </p:nvSpPr>
            <p:spPr>
              <a:xfrm>
                <a:off x="1668240" y="221904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2081160" y="409320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2151720" y="427356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2094120" y="2736360"/>
                <a:ext cx="713160" cy="1356840"/>
              </a:xfrm>
              <a:custGeom>
                <a:avLst/>
                <a:gdLst/>
                <a:ahLst/>
                <a:rect l="0" t="0" r="r" b="b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8" name=""/>
            <p:cNvGrpSpPr/>
            <p:nvPr/>
          </p:nvGrpSpPr>
          <p:grpSpPr>
            <a:xfrm>
              <a:off x="1043280" y="1530360"/>
              <a:ext cx="2806560" cy="1419840"/>
              <a:chOff x="1043280" y="1530360"/>
              <a:chExt cx="2806560" cy="1419840"/>
            </a:xfrm>
          </p:grpSpPr>
          <p:sp>
            <p:nvSpPr>
              <p:cNvPr id="9" name=""/>
              <p:cNvSpPr/>
              <p:nvPr/>
            </p:nvSpPr>
            <p:spPr>
              <a:xfrm>
                <a:off x="2446560" y="1530360"/>
                <a:ext cx="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 flipH="1">
                <a:off x="358272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104328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4" name=""/>
            <p:cNvGrpSpPr/>
            <p:nvPr/>
          </p:nvGrpSpPr>
          <p:grpSpPr>
            <a:xfrm>
              <a:off x="1639440" y="2187720"/>
              <a:ext cx="1557000" cy="2237400"/>
              <a:chOff x="1639440" y="2187720"/>
              <a:chExt cx="1557000" cy="2237400"/>
            </a:xfrm>
          </p:grpSpPr>
          <p:sp>
            <p:nvSpPr>
              <p:cNvPr id="15" name=""/>
              <p:cNvSpPr/>
              <p:nvPr/>
            </p:nvSpPr>
            <p:spPr>
              <a:xfrm>
                <a:off x="1639440" y="218772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2052720" y="406188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2123280" y="424224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2065320" y="2705040"/>
                <a:ext cx="713520" cy="1356840"/>
              </a:xfrm>
              <a:custGeom>
                <a:avLst/>
                <a:gdLst/>
                <a:ahLst/>
                <a:rect l="0" t="0" r="r" b="b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9" name=""/>
            <p:cNvGrpSpPr/>
            <p:nvPr/>
          </p:nvGrpSpPr>
          <p:grpSpPr>
            <a:xfrm>
              <a:off x="1014840" y="1498680"/>
              <a:ext cx="2806560" cy="1420200"/>
              <a:chOff x="1014840" y="1498680"/>
              <a:chExt cx="2806560" cy="1420200"/>
            </a:xfrm>
          </p:grpSpPr>
          <p:sp>
            <p:nvSpPr>
              <p:cNvPr id="20" name=""/>
              <p:cNvSpPr/>
              <p:nvPr/>
            </p:nvSpPr>
            <p:spPr>
              <a:xfrm>
                <a:off x="2418120" y="1498680"/>
                <a:ext cx="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flipH="1">
                <a:off x="355428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101484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5" name=""/>
            <p:cNvGrpSpPr/>
            <p:nvPr/>
          </p:nvGrpSpPr>
          <p:grpSpPr>
            <a:xfrm>
              <a:off x="785160" y="2054880"/>
              <a:ext cx="3055680" cy="2276640"/>
              <a:chOff x="785160" y="2054880"/>
              <a:chExt cx="3055680" cy="2276640"/>
            </a:xfrm>
          </p:grpSpPr>
          <p:sp>
            <p:nvSpPr>
              <p:cNvPr id="26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1568880" y="4125600"/>
                <a:ext cx="184680" cy="205920"/>
              </a:xfrm>
              <a:custGeom>
                <a:avLst/>
                <a:gdLst/>
                <a:ahLst/>
                <a:rect l="0" t="0" r="r" b="b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04680" y="3255840"/>
                <a:ext cx="186840" cy="202680"/>
              </a:xfrm>
              <a:custGeom>
                <a:avLst/>
                <a:gdLst/>
                <a:ahLst/>
                <a:rect l="0" t="0" r="r" b="b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785160" y="2122200"/>
                <a:ext cx="207720" cy="183240"/>
              </a:xfrm>
              <a:custGeom>
                <a:avLst/>
                <a:gdLst/>
                <a:ahLst/>
                <a:rect l="0" t="0" r="r" b="b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3624480" y="2125440"/>
                <a:ext cx="216360" cy="216000"/>
              </a:xfrm>
              <a:custGeom>
                <a:avLst/>
                <a:gdLst/>
                <a:ahLst/>
                <a:rect l="0" t="0" r="r" b="b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34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35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5009400" y="429480"/>
            <a:ext cx="4875840" cy="4933440"/>
            <a:chOff x="5009400" y="429480"/>
            <a:chExt cx="4875840" cy="4933440"/>
          </a:xfrm>
        </p:grpSpPr>
        <p:sp>
          <p:nvSpPr>
            <p:cNvPr id="41" name=""/>
            <p:cNvSpPr/>
            <p:nvPr/>
          </p:nvSpPr>
          <p:spPr>
            <a:xfrm>
              <a:off x="5009400" y="429480"/>
              <a:ext cx="207720" cy="182880"/>
            </a:xfrm>
            <a:custGeom>
              <a:avLst/>
              <a:gdLst/>
              <a:ahLst/>
              <a:rect l="0" t="0" r="r" b="b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346800" y="5160240"/>
              <a:ext cx="186840" cy="202680"/>
            </a:xfrm>
            <a:custGeom>
              <a:avLst/>
              <a:gdLst/>
              <a:ahLst/>
              <a:rect l="0" t="0" r="r" b="b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668880" y="2216880"/>
              <a:ext cx="216360" cy="216000"/>
            </a:xfrm>
            <a:custGeom>
              <a:avLst/>
              <a:gdLst/>
              <a:ahLst/>
              <a:rect l="0" t="0" r="r" b="b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6" name=""/>
          <p:cNvSpPr/>
          <p:nvPr/>
        </p:nvSpPr>
        <p:spPr>
          <a:xfrm>
            <a:off x="0" y="3690000"/>
            <a:ext cx="108360" cy="1983960"/>
          </a:xfrm>
          <a:custGeom>
            <a:avLst/>
            <a:gdLst/>
            <a:ahLst/>
            <a:rect l="0" t="0" r="r" b="b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7" name=""/>
          <p:cNvSpPr/>
          <p:nvPr/>
        </p:nvSpPr>
        <p:spPr>
          <a:xfrm>
            <a:off x="9972000" y="0"/>
            <a:ext cx="108360" cy="1980360"/>
          </a:xfrm>
          <a:custGeom>
            <a:avLst/>
            <a:gdLst/>
            <a:ahLst/>
            <a:rect l="0" t="0" r="r" b="b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6000" cy="38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135554D-16A5-4C21-8BAB-75DA957E7F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Yellow Idea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"/>
          <p:cNvGrpSpPr/>
          <p:nvPr/>
        </p:nvGrpSpPr>
        <p:grpSpPr>
          <a:xfrm>
            <a:off x="785160" y="1498680"/>
            <a:ext cx="3064680" cy="2957760"/>
            <a:chOff x="785160" y="1498680"/>
            <a:chExt cx="3064680" cy="2957760"/>
          </a:xfrm>
        </p:grpSpPr>
        <p:grpSp>
          <p:nvGrpSpPr>
            <p:cNvPr id="54" name=""/>
            <p:cNvGrpSpPr/>
            <p:nvPr/>
          </p:nvGrpSpPr>
          <p:grpSpPr>
            <a:xfrm>
              <a:off x="1668240" y="2219040"/>
              <a:ext cx="1557000" cy="2237400"/>
              <a:chOff x="1668240" y="2219040"/>
              <a:chExt cx="1557000" cy="2237400"/>
            </a:xfrm>
          </p:grpSpPr>
          <p:sp>
            <p:nvSpPr>
              <p:cNvPr id="55" name=""/>
              <p:cNvSpPr/>
              <p:nvPr/>
            </p:nvSpPr>
            <p:spPr>
              <a:xfrm>
                <a:off x="1668240" y="221904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081160" y="409320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2151720" y="427356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2094120" y="2736360"/>
                <a:ext cx="713160" cy="1356840"/>
              </a:xfrm>
              <a:custGeom>
                <a:avLst/>
                <a:gdLst/>
                <a:ahLst/>
                <a:rect l="0" t="0" r="r" b="b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59" name=""/>
            <p:cNvGrpSpPr/>
            <p:nvPr/>
          </p:nvGrpSpPr>
          <p:grpSpPr>
            <a:xfrm>
              <a:off x="1043280" y="1530360"/>
              <a:ext cx="2806560" cy="1419840"/>
              <a:chOff x="1043280" y="1530360"/>
              <a:chExt cx="2806560" cy="1419840"/>
            </a:xfrm>
          </p:grpSpPr>
          <p:sp>
            <p:nvSpPr>
              <p:cNvPr id="60" name=""/>
              <p:cNvSpPr/>
              <p:nvPr/>
            </p:nvSpPr>
            <p:spPr>
              <a:xfrm>
                <a:off x="2446560" y="1530360"/>
                <a:ext cx="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flipH="1">
                <a:off x="358272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104328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65" name=""/>
            <p:cNvGrpSpPr/>
            <p:nvPr/>
          </p:nvGrpSpPr>
          <p:grpSpPr>
            <a:xfrm>
              <a:off x="1639440" y="2187720"/>
              <a:ext cx="1557000" cy="2237400"/>
              <a:chOff x="1639440" y="2187720"/>
              <a:chExt cx="1557000" cy="2237400"/>
            </a:xfrm>
          </p:grpSpPr>
          <p:sp>
            <p:nvSpPr>
              <p:cNvPr id="66" name=""/>
              <p:cNvSpPr/>
              <p:nvPr/>
            </p:nvSpPr>
            <p:spPr>
              <a:xfrm>
                <a:off x="1639440" y="218772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2052720" y="406188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2123280" y="424224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2065320" y="2705040"/>
                <a:ext cx="713520" cy="1356840"/>
              </a:xfrm>
              <a:custGeom>
                <a:avLst/>
                <a:gdLst/>
                <a:ahLst/>
                <a:rect l="0" t="0" r="r" b="b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70" name=""/>
            <p:cNvGrpSpPr/>
            <p:nvPr/>
          </p:nvGrpSpPr>
          <p:grpSpPr>
            <a:xfrm>
              <a:off x="1014840" y="1498680"/>
              <a:ext cx="2806560" cy="1420200"/>
              <a:chOff x="1014840" y="1498680"/>
              <a:chExt cx="2806560" cy="1420200"/>
            </a:xfrm>
          </p:grpSpPr>
          <p:sp>
            <p:nvSpPr>
              <p:cNvPr id="71" name=""/>
              <p:cNvSpPr/>
              <p:nvPr/>
            </p:nvSpPr>
            <p:spPr>
              <a:xfrm>
                <a:off x="2418120" y="1498680"/>
                <a:ext cx="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flipH="1">
                <a:off x="355428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101484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76" name=""/>
            <p:cNvGrpSpPr/>
            <p:nvPr/>
          </p:nvGrpSpPr>
          <p:grpSpPr>
            <a:xfrm>
              <a:off x="785160" y="2054880"/>
              <a:ext cx="3055680" cy="2276640"/>
              <a:chOff x="785160" y="2054880"/>
              <a:chExt cx="3055680" cy="2276640"/>
            </a:xfrm>
          </p:grpSpPr>
          <p:sp>
            <p:nvSpPr>
              <p:cNvPr id="77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1568880" y="4125600"/>
                <a:ext cx="184680" cy="205920"/>
              </a:xfrm>
              <a:custGeom>
                <a:avLst/>
                <a:gdLst/>
                <a:ahLst/>
                <a:rect l="0" t="0" r="r" b="b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604680" y="3255840"/>
                <a:ext cx="186840" cy="202680"/>
              </a:xfrm>
              <a:custGeom>
                <a:avLst/>
                <a:gdLst/>
                <a:ahLst/>
                <a:rect l="0" t="0" r="r" b="b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785160" y="2122200"/>
                <a:ext cx="207720" cy="183240"/>
              </a:xfrm>
              <a:custGeom>
                <a:avLst/>
                <a:gdLst/>
                <a:ahLst/>
                <a:rect l="0" t="0" r="r" b="b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3624480" y="2125440"/>
                <a:ext cx="216360" cy="216000"/>
              </a:xfrm>
              <a:custGeom>
                <a:avLst/>
                <a:gdLst/>
                <a:ahLst/>
                <a:rect l="0" t="0" r="r" b="b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85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86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5009400" y="429480"/>
            <a:ext cx="4875840" cy="4933440"/>
            <a:chOff x="5009400" y="429480"/>
            <a:chExt cx="4875840" cy="4933440"/>
          </a:xfrm>
        </p:grpSpPr>
        <p:sp>
          <p:nvSpPr>
            <p:cNvPr id="92" name=""/>
            <p:cNvSpPr/>
            <p:nvPr/>
          </p:nvSpPr>
          <p:spPr>
            <a:xfrm>
              <a:off x="5009400" y="429480"/>
              <a:ext cx="207720" cy="182880"/>
            </a:xfrm>
            <a:custGeom>
              <a:avLst/>
              <a:gdLst/>
              <a:ahLst/>
              <a:rect l="0" t="0" r="r" b="b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6346800" y="5160240"/>
              <a:ext cx="186840" cy="202680"/>
            </a:xfrm>
            <a:custGeom>
              <a:avLst/>
              <a:gdLst/>
              <a:ahLst/>
              <a:rect l="0" t="0" r="r" b="b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9668880" y="2216880"/>
              <a:ext cx="216360" cy="216000"/>
            </a:xfrm>
            <a:custGeom>
              <a:avLst/>
              <a:gdLst/>
              <a:ahLst/>
              <a:rect l="0" t="0" r="r" b="b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7" name=""/>
          <p:cNvSpPr/>
          <p:nvPr/>
        </p:nvSpPr>
        <p:spPr>
          <a:xfrm>
            <a:off x="0" y="3690000"/>
            <a:ext cx="108360" cy="1983960"/>
          </a:xfrm>
          <a:custGeom>
            <a:avLst/>
            <a:gdLst/>
            <a:ahLst/>
            <a:rect l="0" t="0" r="r" b="b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8" name=""/>
          <p:cNvSpPr/>
          <p:nvPr/>
        </p:nvSpPr>
        <p:spPr>
          <a:xfrm>
            <a:off x="9972000" y="0"/>
            <a:ext cx="108360" cy="1980360"/>
          </a:xfrm>
          <a:custGeom>
            <a:avLst/>
            <a:gdLst/>
            <a:ahLst/>
            <a:rect l="0" t="0" r="r" b="b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6000" cy="38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4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5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6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AE3E3F2-0848-41DA-AB5A-3363C986B0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"/>
          <p:cNvGrpSpPr/>
          <p:nvPr/>
        </p:nvGrpSpPr>
        <p:grpSpPr>
          <a:xfrm>
            <a:off x="1260000" y="1620000"/>
            <a:ext cx="7560360" cy="1620360"/>
            <a:chOff x="1260000" y="1620000"/>
            <a:chExt cx="7560360" cy="1620360"/>
          </a:xfrm>
        </p:grpSpPr>
        <p:sp>
          <p:nvSpPr>
            <p:cNvPr id="105" name=""/>
            <p:cNvSpPr/>
            <p:nvPr/>
          </p:nvSpPr>
          <p:spPr>
            <a:xfrm>
              <a:off x="1260000" y="1620000"/>
              <a:ext cx="7560360" cy="1620360"/>
            </a:xfrm>
            <a:custGeom>
              <a:avLst/>
              <a:gdLst/>
              <a:ahLst/>
              <a:rect l="0" t="0" r="r" b="b"/>
              <a:pathLst>
                <a:path w="21001" h="4501">
                  <a:moveTo>
                    <a:pt x="0" y="0"/>
                  </a:moveTo>
                  <a:lnTo>
                    <a:pt x="21001" y="0"/>
                  </a:lnTo>
                  <a:lnTo>
                    <a:pt x="21001" y="4501"/>
                  </a:lnTo>
                  <a:lnTo>
                    <a:pt x="0" y="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106" name=""/>
            <p:cNvGrpSpPr/>
            <p:nvPr/>
          </p:nvGrpSpPr>
          <p:grpSpPr>
            <a:xfrm>
              <a:off x="1360080" y="1741680"/>
              <a:ext cx="642600" cy="669960"/>
              <a:chOff x="1360080" y="1741680"/>
              <a:chExt cx="642600" cy="669960"/>
            </a:xfrm>
          </p:grpSpPr>
          <p:sp>
            <p:nvSpPr>
              <p:cNvPr id="107" name=""/>
              <p:cNvSpPr/>
              <p:nvPr/>
            </p:nvSpPr>
            <p:spPr>
              <a:xfrm>
                <a:off x="1503360" y="1899360"/>
                <a:ext cx="356400" cy="429120"/>
              </a:xfrm>
              <a:custGeom>
                <a:avLst/>
                <a:gdLst/>
                <a:ahLst/>
                <a:rect l="0" t="0" r="r" b="b"/>
                <a:pathLst>
                  <a:path w="990" h="1192">
                    <a:moveTo>
                      <a:pt x="495" y="0"/>
                    </a:moveTo>
                    <a:lnTo>
                      <a:pt x="495" y="0"/>
                    </a:lnTo>
                    <a:lnTo>
                      <a:pt x="495" y="0"/>
                    </a:lnTo>
                    <a:lnTo>
                      <a:pt x="461" y="1"/>
                    </a:lnTo>
                    <a:lnTo>
                      <a:pt x="429" y="4"/>
                    </a:lnTo>
                    <a:lnTo>
                      <a:pt x="397" y="9"/>
                    </a:lnTo>
                    <a:lnTo>
                      <a:pt x="366" y="16"/>
                    </a:lnTo>
                    <a:lnTo>
                      <a:pt x="336" y="25"/>
                    </a:lnTo>
                    <a:lnTo>
                      <a:pt x="306" y="36"/>
                    </a:lnTo>
                    <a:lnTo>
                      <a:pt x="277" y="50"/>
                    </a:lnTo>
                    <a:lnTo>
                      <a:pt x="247" y="66"/>
                    </a:lnTo>
                    <a:lnTo>
                      <a:pt x="218" y="84"/>
                    </a:lnTo>
                    <a:lnTo>
                      <a:pt x="192" y="102"/>
                    </a:lnTo>
                    <a:lnTo>
                      <a:pt x="167" y="122"/>
                    </a:lnTo>
                    <a:lnTo>
                      <a:pt x="144" y="144"/>
                    </a:lnTo>
                    <a:lnTo>
                      <a:pt x="123" y="167"/>
                    </a:lnTo>
                    <a:lnTo>
                      <a:pt x="103" y="192"/>
                    </a:lnTo>
                    <a:lnTo>
                      <a:pt x="84" y="218"/>
                    </a:lnTo>
                    <a:lnTo>
                      <a:pt x="66" y="247"/>
                    </a:lnTo>
                    <a:lnTo>
                      <a:pt x="50" y="277"/>
                    </a:lnTo>
                    <a:lnTo>
                      <a:pt x="36" y="306"/>
                    </a:lnTo>
                    <a:lnTo>
                      <a:pt x="25" y="336"/>
                    </a:lnTo>
                    <a:lnTo>
                      <a:pt x="16" y="366"/>
                    </a:lnTo>
                    <a:lnTo>
                      <a:pt x="9" y="397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8"/>
                    </a:lnTo>
                    <a:lnTo>
                      <a:pt x="4" y="561"/>
                    </a:lnTo>
                    <a:lnTo>
                      <a:pt x="9" y="592"/>
                    </a:lnTo>
                    <a:lnTo>
                      <a:pt x="16" y="623"/>
                    </a:lnTo>
                    <a:lnTo>
                      <a:pt x="25" y="653"/>
                    </a:lnTo>
                    <a:lnTo>
                      <a:pt x="37" y="683"/>
                    </a:lnTo>
                    <a:lnTo>
                      <a:pt x="50" y="712"/>
                    </a:lnTo>
                    <a:lnTo>
                      <a:pt x="66" y="742"/>
                    </a:lnTo>
                    <a:lnTo>
                      <a:pt x="84" y="771"/>
                    </a:lnTo>
                    <a:lnTo>
                      <a:pt x="102" y="797"/>
                    </a:lnTo>
                    <a:lnTo>
                      <a:pt x="122" y="822"/>
                    </a:lnTo>
                    <a:lnTo>
                      <a:pt x="144" y="845"/>
                    </a:lnTo>
                    <a:lnTo>
                      <a:pt x="167" y="867"/>
                    </a:lnTo>
                    <a:lnTo>
                      <a:pt x="192" y="887"/>
                    </a:lnTo>
                    <a:lnTo>
                      <a:pt x="218" y="905"/>
                    </a:lnTo>
                    <a:lnTo>
                      <a:pt x="247" y="923"/>
                    </a:lnTo>
                    <a:lnTo>
                      <a:pt x="268" y="934"/>
                    </a:lnTo>
                    <a:lnTo>
                      <a:pt x="288" y="944"/>
                    </a:lnTo>
                    <a:lnTo>
                      <a:pt x="309" y="953"/>
                    </a:lnTo>
                    <a:lnTo>
                      <a:pt x="331" y="962"/>
                    </a:lnTo>
                    <a:lnTo>
                      <a:pt x="331" y="962"/>
                    </a:lnTo>
                    <a:lnTo>
                      <a:pt x="331" y="1134"/>
                    </a:lnTo>
                    <a:lnTo>
                      <a:pt x="331" y="1140"/>
                    </a:lnTo>
                    <a:lnTo>
                      <a:pt x="332" y="1146"/>
                    </a:lnTo>
                    <a:lnTo>
                      <a:pt x="334" y="1151"/>
                    </a:lnTo>
                    <a:lnTo>
                      <a:pt x="336" y="1156"/>
                    </a:lnTo>
                    <a:lnTo>
                      <a:pt x="338" y="1162"/>
                    </a:lnTo>
                    <a:lnTo>
                      <a:pt x="341" y="1166"/>
                    </a:lnTo>
                    <a:lnTo>
                      <a:pt x="344" y="1171"/>
                    </a:lnTo>
                    <a:lnTo>
                      <a:pt x="348" y="1175"/>
                    </a:lnTo>
                    <a:lnTo>
                      <a:pt x="352" y="1179"/>
                    </a:lnTo>
                    <a:lnTo>
                      <a:pt x="357" y="1182"/>
                    </a:lnTo>
                    <a:lnTo>
                      <a:pt x="361" y="1185"/>
                    </a:lnTo>
                    <a:lnTo>
                      <a:pt x="366" y="1187"/>
                    </a:lnTo>
                    <a:lnTo>
                      <a:pt x="372" y="1189"/>
                    </a:lnTo>
                    <a:lnTo>
                      <a:pt x="377" y="1191"/>
                    </a:lnTo>
                    <a:lnTo>
                      <a:pt x="383" y="1192"/>
                    </a:lnTo>
                    <a:lnTo>
                      <a:pt x="389" y="1192"/>
                    </a:lnTo>
                    <a:lnTo>
                      <a:pt x="600" y="1192"/>
                    </a:lnTo>
                    <a:lnTo>
                      <a:pt x="606" y="1192"/>
                    </a:lnTo>
                    <a:lnTo>
                      <a:pt x="612" y="1191"/>
                    </a:lnTo>
                    <a:lnTo>
                      <a:pt x="617" y="1189"/>
                    </a:lnTo>
                    <a:lnTo>
                      <a:pt x="623" y="1187"/>
                    </a:lnTo>
                    <a:lnTo>
                      <a:pt x="628" y="1185"/>
                    </a:lnTo>
                    <a:lnTo>
                      <a:pt x="632" y="1182"/>
                    </a:lnTo>
                    <a:lnTo>
                      <a:pt x="637" y="1179"/>
                    </a:lnTo>
                    <a:lnTo>
                      <a:pt x="641" y="1175"/>
                    </a:lnTo>
                    <a:lnTo>
                      <a:pt x="645" y="1171"/>
                    </a:lnTo>
                    <a:lnTo>
                      <a:pt x="648" y="1166"/>
                    </a:lnTo>
                    <a:lnTo>
                      <a:pt x="651" y="1162"/>
                    </a:lnTo>
                    <a:lnTo>
                      <a:pt x="653" y="1156"/>
                    </a:lnTo>
                    <a:lnTo>
                      <a:pt x="655" y="1151"/>
                    </a:lnTo>
                    <a:lnTo>
                      <a:pt x="657" y="1146"/>
                    </a:lnTo>
                    <a:lnTo>
                      <a:pt x="658" y="1140"/>
                    </a:lnTo>
                    <a:lnTo>
                      <a:pt x="658" y="1134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80" y="953"/>
                    </a:lnTo>
                    <a:lnTo>
                      <a:pt x="701" y="944"/>
                    </a:lnTo>
                    <a:lnTo>
                      <a:pt x="721" y="934"/>
                    </a:lnTo>
                    <a:lnTo>
                      <a:pt x="742" y="923"/>
                    </a:lnTo>
                    <a:lnTo>
                      <a:pt x="771" y="905"/>
                    </a:lnTo>
                    <a:lnTo>
                      <a:pt x="797" y="887"/>
                    </a:lnTo>
                    <a:lnTo>
                      <a:pt x="822" y="867"/>
                    </a:lnTo>
                    <a:lnTo>
                      <a:pt x="845" y="845"/>
                    </a:lnTo>
                    <a:lnTo>
                      <a:pt x="867" y="822"/>
                    </a:lnTo>
                    <a:lnTo>
                      <a:pt x="887" y="797"/>
                    </a:lnTo>
                    <a:lnTo>
                      <a:pt x="906" y="771"/>
                    </a:lnTo>
                    <a:lnTo>
                      <a:pt x="924" y="742"/>
                    </a:lnTo>
                    <a:lnTo>
                      <a:pt x="940" y="712"/>
                    </a:lnTo>
                    <a:lnTo>
                      <a:pt x="953" y="683"/>
                    </a:lnTo>
                    <a:lnTo>
                      <a:pt x="965" y="653"/>
                    </a:lnTo>
                    <a:lnTo>
                      <a:pt x="974" y="623"/>
                    </a:lnTo>
                    <a:lnTo>
                      <a:pt x="981" y="592"/>
                    </a:lnTo>
                    <a:lnTo>
                      <a:pt x="986" y="561"/>
                    </a:lnTo>
                    <a:lnTo>
                      <a:pt x="989" y="528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89" y="461"/>
                    </a:lnTo>
                    <a:lnTo>
                      <a:pt x="986" y="429"/>
                    </a:lnTo>
                    <a:lnTo>
                      <a:pt x="981" y="397"/>
                    </a:lnTo>
                    <a:lnTo>
                      <a:pt x="974" y="366"/>
                    </a:lnTo>
                    <a:lnTo>
                      <a:pt x="965" y="336"/>
                    </a:lnTo>
                    <a:lnTo>
                      <a:pt x="953" y="306"/>
                    </a:lnTo>
                    <a:lnTo>
                      <a:pt x="940" y="277"/>
                    </a:lnTo>
                    <a:lnTo>
                      <a:pt x="924" y="247"/>
                    </a:lnTo>
                    <a:lnTo>
                      <a:pt x="906" y="218"/>
                    </a:lnTo>
                    <a:lnTo>
                      <a:pt x="887" y="192"/>
                    </a:lnTo>
                    <a:lnTo>
                      <a:pt x="867" y="167"/>
                    </a:lnTo>
                    <a:lnTo>
                      <a:pt x="846" y="144"/>
                    </a:lnTo>
                    <a:lnTo>
                      <a:pt x="822" y="122"/>
                    </a:lnTo>
                    <a:lnTo>
                      <a:pt x="797" y="102"/>
                    </a:lnTo>
                    <a:lnTo>
                      <a:pt x="771" y="84"/>
                    </a:lnTo>
                    <a:lnTo>
                      <a:pt x="742" y="66"/>
                    </a:lnTo>
                    <a:lnTo>
                      <a:pt x="712" y="50"/>
                    </a:lnTo>
                    <a:lnTo>
                      <a:pt x="683" y="36"/>
                    </a:lnTo>
                    <a:lnTo>
                      <a:pt x="653" y="25"/>
                    </a:lnTo>
                    <a:lnTo>
                      <a:pt x="623" y="16"/>
                    </a:lnTo>
                    <a:lnTo>
                      <a:pt x="592" y="9"/>
                    </a:lnTo>
                    <a:lnTo>
                      <a:pt x="561" y="4"/>
                    </a:lnTo>
                    <a:lnTo>
                      <a:pt x="528" y="1"/>
                    </a:lnTo>
                    <a:lnTo>
                      <a:pt x="495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1597680" y="2328480"/>
                <a:ext cx="167400" cy="41760"/>
              </a:xfrm>
              <a:custGeom>
                <a:avLst/>
                <a:gdLst/>
                <a:ahLst/>
                <a:rect l="0" t="0" r="r" b="b"/>
                <a:pathLst>
                  <a:path w="465" h="116">
                    <a:moveTo>
                      <a:pt x="233" y="116"/>
                    </a:moveTo>
                    <a:lnTo>
                      <a:pt x="407" y="116"/>
                    </a:lnTo>
                    <a:lnTo>
                      <a:pt x="413" y="116"/>
                    </a:lnTo>
                    <a:lnTo>
                      <a:pt x="419" y="115"/>
                    </a:lnTo>
                    <a:lnTo>
                      <a:pt x="424" y="113"/>
                    </a:lnTo>
                    <a:lnTo>
                      <a:pt x="430" y="111"/>
                    </a:lnTo>
                    <a:lnTo>
                      <a:pt x="435" y="109"/>
                    </a:lnTo>
                    <a:lnTo>
                      <a:pt x="439" y="106"/>
                    </a:lnTo>
                    <a:lnTo>
                      <a:pt x="444" y="103"/>
                    </a:lnTo>
                    <a:lnTo>
                      <a:pt x="448" y="99"/>
                    </a:lnTo>
                    <a:lnTo>
                      <a:pt x="452" y="95"/>
                    </a:lnTo>
                    <a:lnTo>
                      <a:pt x="455" y="90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5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6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5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1613880" y="23698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1600560" y="2017800"/>
                <a:ext cx="163440" cy="310680"/>
              </a:xfrm>
              <a:custGeom>
                <a:avLst/>
                <a:gdLst/>
                <a:ahLst/>
                <a:rect l="0" t="0" r="r" b="b"/>
                <a:pathLst>
                  <a:path w="454" h="863">
                    <a:moveTo>
                      <a:pt x="165" y="863"/>
                    </a:moveTo>
                    <a:lnTo>
                      <a:pt x="173" y="456"/>
                    </a:lnTo>
                    <a:lnTo>
                      <a:pt x="174" y="443"/>
                    </a:lnTo>
                    <a:lnTo>
                      <a:pt x="178" y="430"/>
                    </a:lnTo>
                    <a:lnTo>
                      <a:pt x="182" y="418"/>
                    </a:lnTo>
                    <a:lnTo>
                      <a:pt x="188" y="407"/>
                    </a:lnTo>
                    <a:lnTo>
                      <a:pt x="195" y="397"/>
                    </a:lnTo>
                    <a:lnTo>
                      <a:pt x="204" y="386"/>
                    </a:lnTo>
                    <a:lnTo>
                      <a:pt x="223" y="367"/>
                    </a:lnTo>
                    <a:lnTo>
                      <a:pt x="246" y="350"/>
                    </a:lnTo>
                    <a:lnTo>
                      <a:pt x="271" y="333"/>
                    </a:lnTo>
                    <a:lnTo>
                      <a:pt x="324" y="302"/>
                    </a:lnTo>
                    <a:lnTo>
                      <a:pt x="376" y="269"/>
                    </a:lnTo>
                    <a:lnTo>
                      <a:pt x="399" y="251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20"/>
                    </a:lnTo>
                    <a:lnTo>
                      <a:pt x="447" y="109"/>
                    </a:lnTo>
                    <a:lnTo>
                      <a:pt x="442" y="100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80"/>
                    </a:lnTo>
                    <a:lnTo>
                      <a:pt x="410" y="76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1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6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5"/>
                    </a:lnTo>
                    <a:lnTo>
                      <a:pt x="231" y="198"/>
                    </a:lnTo>
                    <a:lnTo>
                      <a:pt x="235" y="201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3"/>
                    </a:lnTo>
                    <a:lnTo>
                      <a:pt x="253" y="202"/>
                    </a:lnTo>
                    <a:lnTo>
                      <a:pt x="256" y="200"/>
                    </a:lnTo>
                    <a:lnTo>
                      <a:pt x="260" y="197"/>
                    </a:lnTo>
                    <a:lnTo>
                      <a:pt x="264" y="194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5"/>
                    </a:lnTo>
                    <a:lnTo>
                      <a:pt x="280" y="162"/>
                    </a:lnTo>
                    <a:lnTo>
                      <a:pt x="283" y="149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4"/>
                    </a:lnTo>
                    <a:lnTo>
                      <a:pt x="277" y="89"/>
                    </a:lnTo>
                    <a:lnTo>
                      <a:pt x="270" y="75"/>
                    </a:lnTo>
                    <a:lnTo>
                      <a:pt x="266" y="68"/>
                    </a:lnTo>
                    <a:lnTo>
                      <a:pt x="261" y="62"/>
                    </a:lnTo>
                    <a:lnTo>
                      <a:pt x="256" y="56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60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8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8"/>
                    </a:lnTo>
                    <a:lnTo>
                      <a:pt x="227" y="355"/>
                    </a:lnTo>
                    <a:lnTo>
                      <a:pt x="248" y="377"/>
                    </a:lnTo>
                    <a:lnTo>
                      <a:pt x="264" y="399"/>
                    </a:lnTo>
                    <a:lnTo>
                      <a:pt x="270" y="410"/>
                    </a:lnTo>
                    <a:lnTo>
                      <a:pt x="275" y="421"/>
                    </a:lnTo>
                    <a:lnTo>
                      <a:pt x="278" y="432"/>
                    </a:lnTo>
                    <a:lnTo>
                      <a:pt x="280" y="442"/>
                    </a:lnTo>
                    <a:lnTo>
                      <a:pt x="281" y="482"/>
                    </a:lnTo>
                    <a:lnTo>
                      <a:pt x="281" y="540"/>
                    </a:lnTo>
                    <a:lnTo>
                      <a:pt x="279" y="681"/>
                    </a:lnTo>
                    <a:lnTo>
                      <a:pt x="274" y="863"/>
                    </a:lnTo>
                    <a:lnTo>
                      <a:pt x="165" y="863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1681560" y="174168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flipH="1">
                <a:off x="1856520" y="1830240"/>
                <a:ext cx="79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flipH="1">
                <a:off x="1941840" y="2066760"/>
                <a:ext cx="6084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1427040" y="1830240"/>
                <a:ext cx="43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1360080" y="20667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116" name=""/>
          <p:cNvGrpSpPr/>
          <p:nvPr/>
        </p:nvGrpSpPr>
        <p:grpSpPr>
          <a:xfrm>
            <a:off x="499320" y="93960"/>
            <a:ext cx="9487440" cy="5503320"/>
            <a:chOff x="499320" y="93960"/>
            <a:chExt cx="9487440" cy="5503320"/>
          </a:xfrm>
        </p:grpSpPr>
        <p:sp>
          <p:nvSpPr>
            <p:cNvPr id="117" name=""/>
            <p:cNvSpPr/>
            <p:nvPr/>
          </p:nvSpPr>
          <p:spPr>
            <a:xfrm>
              <a:off x="3584880" y="541620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7238880" y="9396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1"/>
                  </a:lnTo>
                  <a:lnTo>
                    <a:pt x="525" y="318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7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7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0"/>
                  </a:lnTo>
                  <a:lnTo>
                    <a:pt x="20" y="165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8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8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5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3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5"/>
                  </a:lnTo>
                  <a:lnTo>
                    <a:pt x="517" y="181"/>
                  </a:lnTo>
                  <a:lnTo>
                    <a:pt x="522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9" name=""/>
            <p:cNvSpPr/>
            <p:nvPr/>
          </p:nvSpPr>
          <p:spPr>
            <a:xfrm flipH="1">
              <a:off x="2993040" y="1234440"/>
              <a:ext cx="197280" cy="1231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3030120" y="1197360"/>
              <a:ext cx="123120" cy="1972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9818640" y="151308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flipH="1">
              <a:off x="9641880" y="4579560"/>
              <a:ext cx="71640" cy="2210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9567360" y="4654080"/>
              <a:ext cx="220680" cy="716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499320" y="38347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8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6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4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6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4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4"/>
                  </a:lnTo>
                  <a:lnTo>
                    <a:pt x="517" y="180"/>
                  </a:lnTo>
                  <a:lnTo>
                    <a:pt x="522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6383160" y="350928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6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2"/>
                  </a:lnTo>
                  <a:lnTo>
                    <a:pt x="180" y="517"/>
                  </a:lnTo>
                  <a:lnTo>
                    <a:pt x="164" y="511"/>
                  </a:lnTo>
                  <a:lnTo>
                    <a:pt x="148" y="504"/>
                  </a:lnTo>
                  <a:lnTo>
                    <a:pt x="132" y="495"/>
                  </a:lnTo>
                  <a:lnTo>
                    <a:pt x="117" y="486"/>
                  </a:lnTo>
                  <a:lnTo>
                    <a:pt x="102" y="475"/>
                  </a:lnTo>
                  <a:lnTo>
                    <a:pt x="89" y="465"/>
                  </a:lnTo>
                  <a:lnTo>
                    <a:pt x="77" y="453"/>
                  </a:lnTo>
                  <a:lnTo>
                    <a:pt x="65" y="441"/>
                  </a:lnTo>
                  <a:lnTo>
                    <a:pt x="55" y="428"/>
                  </a:lnTo>
                  <a:lnTo>
                    <a:pt x="44" y="413"/>
                  </a:lnTo>
                  <a:lnTo>
                    <a:pt x="35" y="398"/>
                  </a:lnTo>
                  <a:lnTo>
                    <a:pt x="26" y="382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2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4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4059360" y="3556440"/>
            <a:ext cx="1960560" cy="2044800"/>
            <a:chOff x="4059360" y="3556440"/>
            <a:chExt cx="1960560" cy="2044800"/>
          </a:xfrm>
        </p:grpSpPr>
        <p:sp>
          <p:nvSpPr>
            <p:cNvPr id="127" name=""/>
            <p:cNvSpPr/>
            <p:nvPr/>
          </p:nvSpPr>
          <p:spPr>
            <a:xfrm>
              <a:off x="4496040" y="4037760"/>
              <a:ext cx="1087560" cy="1309680"/>
            </a:xfrm>
            <a:custGeom>
              <a:avLst/>
              <a:gdLst/>
              <a:ahLst/>
              <a:rect l="0" t="0" r="r" b="b"/>
              <a:pathLst>
                <a:path w="3021" h="3638">
                  <a:moveTo>
                    <a:pt x="1511" y="0"/>
                  </a:moveTo>
                  <a:lnTo>
                    <a:pt x="1511" y="0"/>
                  </a:lnTo>
                  <a:lnTo>
                    <a:pt x="1510" y="0"/>
                  </a:lnTo>
                  <a:lnTo>
                    <a:pt x="1408" y="3"/>
                  </a:lnTo>
                  <a:lnTo>
                    <a:pt x="1309" y="12"/>
                  </a:lnTo>
                  <a:lnTo>
                    <a:pt x="1212" y="27"/>
                  </a:lnTo>
                  <a:lnTo>
                    <a:pt x="1119" y="49"/>
                  </a:lnTo>
                  <a:lnTo>
                    <a:pt x="1026" y="77"/>
                  </a:lnTo>
                  <a:lnTo>
                    <a:pt x="936" y="112"/>
                  </a:lnTo>
                  <a:lnTo>
                    <a:pt x="845" y="153"/>
                  </a:lnTo>
                  <a:lnTo>
                    <a:pt x="755" y="202"/>
                  </a:lnTo>
                  <a:lnTo>
                    <a:pt x="668" y="256"/>
                  </a:lnTo>
                  <a:lnTo>
                    <a:pt x="586" y="313"/>
                  </a:lnTo>
                  <a:lnTo>
                    <a:pt x="511" y="374"/>
                  </a:lnTo>
                  <a:lnTo>
                    <a:pt x="440" y="440"/>
                  </a:lnTo>
                  <a:lnTo>
                    <a:pt x="374" y="511"/>
                  </a:lnTo>
                  <a:lnTo>
                    <a:pt x="313" y="586"/>
                  </a:lnTo>
                  <a:lnTo>
                    <a:pt x="256" y="668"/>
                  </a:lnTo>
                  <a:lnTo>
                    <a:pt x="202" y="755"/>
                  </a:lnTo>
                  <a:lnTo>
                    <a:pt x="153" y="845"/>
                  </a:lnTo>
                  <a:lnTo>
                    <a:pt x="112" y="936"/>
                  </a:lnTo>
                  <a:lnTo>
                    <a:pt x="77" y="1027"/>
                  </a:lnTo>
                  <a:lnTo>
                    <a:pt x="49" y="1119"/>
                  </a:lnTo>
                  <a:lnTo>
                    <a:pt x="27" y="1213"/>
                  </a:lnTo>
                  <a:lnTo>
                    <a:pt x="12" y="1309"/>
                  </a:lnTo>
                  <a:lnTo>
                    <a:pt x="3" y="1408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3" y="1613"/>
                  </a:lnTo>
                  <a:lnTo>
                    <a:pt x="12" y="1712"/>
                  </a:lnTo>
                  <a:lnTo>
                    <a:pt x="27" y="1808"/>
                  </a:lnTo>
                  <a:lnTo>
                    <a:pt x="49" y="1901"/>
                  </a:lnTo>
                  <a:lnTo>
                    <a:pt x="77" y="1993"/>
                  </a:lnTo>
                  <a:lnTo>
                    <a:pt x="112" y="2084"/>
                  </a:lnTo>
                  <a:lnTo>
                    <a:pt x="153" y="2174"/>
                  </a:lnTo>
                  <a:lnTo>
                    <a:pt x="202" y="2264"/>
                  </a:lnTo>
                  <a:lnTo>
                    <a:pt x="256" y="2351"/>
                  </a:lnTo>
                  <a:lnTo>
                    <a:pt x="313" y="2432"/>
                  </a:lnTo>
                  <a:lnTo>
                    <a:pt x="375" y="2508"/>
                  </a:lnTo>
                  <a:lnTo>
                    <a:pt x="440" y="2578"/>
                  </a:lnTo>
                  <a:lnTo>
                    <a:pt x="511" y="2644"/>
                  </a:lnTo>
                  <a:lnTo>
                    <a:pt x="587" y="2706"/>
                  </a:lnTo>
                  <a:lnTo>
                    <a:pt x="668" y="2763"/>
                  </a:lnTo>
                  <a:lnTo>
                    <a:pt x="755" y="2817"/>
                  </a:lnTo>
                  <a:lnTo>
                    <a:pt x="818" y="2852"/>
                  </a:lnTo>
                  <a:lnTo>
                    <a:pt x="881" y="2882"/>
                  </a:lnTo>
                  <a:lnTo>
                    <a:pt x="944" y="2909"/>
                  </a:lnTo>
                  <a:lnTo>
                    <a:pt x="1012" y="2935"/>
                  </a:lnTo>
                  <a:lnTo>
                    <a:pt x="1012" y="2937"/>
                  </a:lnTo>
                  <a:lnTo>
                    <a:pt x="1012" y="3461"/>
                  </a:lnTo>
                  <a:lnTo>
                    <a:pt x="1013" y="3479"/>
                  </a:lnTo>
                  <a:lnTo>
                    <a:pt x="1016" y="3497"/>
                  </a:lnTo>
                  <a:lnTo>
                    <a:pt x="1020" y="3514"/>
                  </a:lnTo>
                  <a:lnTo>
                    <a:pt x="1026" y="3530"/>
                  </a:lnTo>
                  <a:lnTo>
                    <a:pt x="1033" y="3545"/>
                  </a:lnTo>
                  <a:lnTo>
                    <a:pt x="1042" y="3560"/>
                  </a:lnTo>
                  <a:lnTo>
                    <a:pt x="1052" y="3573"/>
                  </a:lnTo>
                  <a:lnTo>
                    <a:pt x="1064" y="3586"/>
                  </a:lnTo>
                  <a:lnTo>
                    <a:pt x="1076" y="3597"/>
                  </a:lnTo>
                  <a:lnTo>
                    <a:pt x="1090" y="3608"/>
                  </a:lnTo>
                  <a:lnTo>
                    <a:pt x="1104" y="3616"/>
                  </a:lnTo>
                  <a:lnTo>
                    <a:pt x="1120" y="3624"/>
                  </a:lnTo>
                  <a:lnTo>
                    <a:pt x="1136" y="3630"/>
                  </a:lnTo>
                  <a:lnTo>
                    <a:pt x="1153" y="3634"/>
                  </a:lnTo>
                  <a:lnTo>
                    <a:pt x="1171" y="3637"/>
                  </a:lnTo>
                  <a:lnTo>
                    <a:pt x="1189" y="3638"/>
                  </a:lnTo>
                  <a:lnTo>
                    <a:pt x="1832" y="3638"/>
                  </a:lnTo>
                  <a:lnTo>
                    <a:pt x="1850" y="3637"/>
                  </a:lnTo>
                  <a:lnTo>
                    <a:pt x="1868" y="3634"/>
                  </a:lnTo>
                  <a:lnTo>
                    <a:pt x="1885" y="3630"/>
                  </a:lnTo>
                  <a:lnTo>
                    <a:pt x="1901" y="3624"/>
                  </a:lnTo>
                  <a:lnTo>
                    <a:pt x="1916" y="3616"/>
                  </a:lnTo>
                  <a:lnTo>
                    <a:pt x="1931" y="3608"/>
                  </a:lnTo>
                  <a:lnTo>
                    <a:pt x="1945" y="3597"/>
                  </a:lnTo>
                  <a:lnTo>
                    <a:pt x="1957" y="3586"/>
                  </a:lnTo>
                  <a:lnTo>
                    <a:pt x="1969" y="3573"/>
                  </a:lnTo>
                  <a:lnTo>
                    <a:pt x="1979" y="3560"/>
                  </a:lnTo>
                  <a:lnTo>
                    <a:pt x="1988" y="3545"/>
                  </a:lnTo>
                  <a:lnTo>
                    <a:pt x="1995" y="3530"/>
                  </a:lnTo>
                  <a:lnTo>
                    <a:pt x="2001" y="3514"/>
                  </a:lnTo>
                  <a:lnTo>
                    <a:pt x="2005" y="3497"/>
                  </a:lnTo>
                  <a:lnTo>
                    <a:pt x="2008" y="3479"/>
                  </a:lnTo>
                  <a:lnTo>
                    <a:pt x="2009" y="3461"/>
                  </a:lnTo>
                  <a:lnTo>
                    <a:pt x="2009" y="2937"/>
                  </a:lnTo>
                  <a:lnTo>
                    <a:pt x="2009" y="2935"/>
                  </a:lnTo>
                  <a:lnTo>
                    <a:pt x="2009" y="2935"/>
                  </a:lnTo>
                  <a:lnTo>
                    <a:pt x="2077" y="2910"/>
                  </a:lnTo>
                  <a:lnTo>
                    <a:pt x="2141" y="2883"/>
                  </a:lnTo>
                  <a:lnTo>
                    <a:pt x="2203" y="2852"/>
                  </a:lnTo>
                  <a:lnTo>
                    <a:pt x="2266" y="2818"/>
                  </a:lnTo>
                  <a:lnTo>
                    <a:pt x="2353" y="2764"/>
                  </a:lnTo>
                  <a:lnTo>
                    <a:pt x="2435" y="2706"/>
                  </a:lnTo>
                  <a:lnTo>
                    <a:pt x="2510" y="2645"/>
                  </a:lnTo>
                  <a:lnTo>
                    <a:pt x="2581" y="2579"/>
                  </a:lnTo>
                  <a:lnTo>
                    <a:pt x="2646" y="2508"/>
                  </a:lnTo>
                  <a:lnTo>
                    <a:pt x="2708" y="2432"/>
                  </a:lnTo>
                  <a:lnTo>
                    <a:pt x="2765" y="2351"/>
                  </a:lnTo>
                  <a:lnTo>
                    <a:pt x="2819" y="2264"/>
                  </a:lnTo>
                  <a:lnTo>
                    <a:pt x="2867" y="2174"/>
                  </a:lnTo>
                  <a:lnTo>
                    <a:pt x="2909" y="2084"/>
                  </a:lnTo>
                  <a:lnTo>
                    <a:pt x="2944" y="1993"/>
                  </a:lnTo>
                  <a:lnTo>
                    <a:pt x="2972" y="1901"/>
                  </a:lnTo>
                  <a:lnTo>
                    <a:pt x="2994" y="1808"/>
                  </a:lnTo>
                  <a:lnTo>
                    <a:pt x="3009" y="1712"/>
                  </a:lnTo>
                  <a:lnTo>
                    <a:pt x="3018" y="1613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18" y="1408"/>
                  </a:lnTo>
                  <a:lnTo>
                    <a:pt x="3009" y="1309"/>
                  </a:lnTo>
                  <a:lnTo>
                    <a:pt x="2994" y="1213"/>
                  </a:lnTo>
                  <a:lnTo>
                    <a:pt x="2972" y="1119"/>
                  </a:lnTo>
                  <a:lnTo>
                    <a:pt x="2944" y="1027"/>
                  </a:lnTo>
                  <a:lnTo>
                    <a:pt x="2909" y="936"/>
                  </a:lnTo>
                  <a:lnTo>
                    <a:pt x="2867" y="845"/>
                  </a:lnTo>
                  <a:lnTo>
                    <a:pt x="2819" y="755"/>
                  </a:lnTo>
                  <a:lnTo>
                    <a:pt x="2765" y="668"/>
                  </a:lnTo>
                  <a:lnTo>
                    <a:pt x="2708" y="586"/>
                  </a:lnTo>
                  <a:lnTo>
                    <a:pt x="2646" y="511"/>
                  </a:lnTo>
                  <a:lnTo>
                    <a:pt x="2581" y="440"/>
                  </a:lnTo>
                  <a:lnTo>
                    <a:pt x="2510" y="374"/>
                  </a:lnTo>
                  <a:lnTo>
                    <a:pt x="2434" y="313"/>
                  </a:lnTo>
                  <a:lnTo>
                    <a:pt x="2353" y="256"/>
                  </a:lnTo>
                  <a:lnTo>
                    <a:pt x="2266" y="202"/>
                  </a:lnTo>
                  <a:lnTo>
                    <a:pt x="2176" y="153"/>
                  </a:lnTo>
                  <a:lnTo>
                    <a:pt x="2085" y="112"/>
                  </a:lnTo>
                  <a:lnTo>
                    <a:pt x="1994" y="77"/>
                  </a:lnTo>
                  <a:lnTo>
                    <a:pt x="1902" y="49"/>
                  </a:lnTo>
                  <a:lnTo>
                    <a:pt x="1808" y="27"/>
                  </a:lnTo>
                  <a:lnTo>
                    <a:pt x="1712" y="12"/>
                  </a:lnTo>
                  <a:lnTo>
                    <a:pt x="1613" y="3"/>
                  </a:lnTo>
                  <a:lnTo>
                    <a:pt x="1510" y="0"/>
                  </a:lnTo>
                  <a:lnTo>
                    <a:pt x="1510" y="0"/>
                  </a:lnTo>
                  <a:lnTo>
                    <a:pt x="1511" y="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4784400" y="5347440"/>
              <a:ext cx="510840" cy="127800"/>
            </a:xfrm>
            <a:custGeom>
              <a:avLst/>
              <a:gdLst/>
              <a:ahLst/>
              <a:rect l="0" t="0" r="r" b="b"/>
              <a:pathLst>
                <a:path w="1419" h="355">
                  <a:moveTo>
                    <a:pt x="709" y="355"/>
                  </a:moveTo>
                  <a:lnTo>
                    <a:pt x="1241" y="355"/>
                  </a:lnTo>
                  <a:lnTo>
                    <a:pt x="1259" y="354"/>
                  </a:lnTo>
                  <a:lnTo>
                    <a:pt x="1277" y="351"/>
                  </a:lnTo>
                  <a:lnTo>
                    <a:pt x="1294" y="347"/>
                  </a:lnTo>
                  <a:lnTo>
                    <a:pt x="1310" y="341"/>
                  </a:lnTo>
                  <a:lnTo>
                    <a:pt x="1326" y="334"/>
                  </a:lnTo>
                  <a:lnTo>
                    <a:pt x="1340" y="325"/>
                  </a:lnTo>
                  <a:lnTo>
                    <a:pt x="1354" y="315"/>
                  </a:lnTo>
                  <a:lnTo>
                    <a:pt x="1367" y="303"/>
                  </a:lnTo>
                  <a:lnTo>
                    <a:pt x="1378" y="291"/>
                  </a:lnTo>
                  <a:lnTo>
                    <a:pt x="1388" y="277"/>
                  </a:lnTo>
                  <a:lnTo>
                    <a:pt x="1397" y="262"/>
                  </a:lnTo>
                  <a:lnTo>
                    <a:pt x="1405" y="247"/>
                  </a:lnTo>
                  <a:lnTo>
                    <a:pt x="1411" y="231"/>
                  </a:lnTo>
                  <a:lnTo>
                    <a:pt x="1415" y="214"/>
                  </a:lnTo>
                  <a:lnTo>
                    <a:pt x="1418" y="196"/>
                  </a:lnTo>
                  <a:lnTo>
                    <a:pt x="1419" y="178"/>
                  </a:lnTo>
                  <a:lnTo>
                    <a:pt x="1418" y="160"/>
                  </a:lnTo>
                  <a:lnTo>
                    <a:pt x="1415" y="142"/>
                  </a:lnTo>
                  <a:lnTo>
                    <a:pt x="1411" y="125"/>
                  </a:lnTo>
                  <a:lnTo>
                    <a:pt x="1405" y="109"/>
                  </a:lnTo>
                  <a:lnTo>
                    <a:pt x="1397" y="93"/>
                  </a:lnTo>
                  <a:lnTo>
                    <a:pt x="1388" y="79"/>
                  </a:lnTo>
                  <a:lnTo>
                    <a:pt x="1378" y="65"/>
                  </a:lnTo>
                  <a:lnTo>
                    <a:pt x="1367" y="52"/>
                  </a:lnTo>
                  <a:lnTo>
                    <a:pt x="1354" y="41"/>
                  </a:lnTo>
                  <a:lnTo>
                    <a:pt x="1340" y="30"/>
                  </a:lnTo>
                  <a:lnTo>
                    <a:pt x="1326" y="22"/>
                  </a:lnTo>
                  <a:lnTo>
                    <a:pt x="1310" y="14"/>
                  </a:lnTo>
                  <a:lnTo>
                    <a:pt x="1294" y="8"/>
                  </a:lnTo>
                  <a:lnTo>
                    <a:pt x="1277" y="4"/>
                  </a:lnTo>
                  <a:lnTo>
                    <a:pt x="1259" y="1"/>
                  </a:lnTo>
                  <a:lnTo>
                    <a:pt x="1241" y="0"/>
                  </a:lnTo>
                  <a:lnTo>
                    <a:pt x="178" y="0"/>
                  </a:lnTo>
                  <a:lnTo>
                    <a:pt x="160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9" y="14"/>
                  </a:lnTo>
                  <a:lnTo>
                    <a:pt x="93" y="22"/>
                  </a:lnTo>
                  <a:lnTo>
                    <a:pt x="79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9" y="325"/>
                  </a:lnTo>
                  <a:lnTo>
                    <a:pt x="93" y="334"/>
                  </a:lnTo>
                  <a:lnTo>
                    <a:pt x="109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60" y="354"/>
                  </a:lnTo>
                  <a:lnTo>
                    <a:pt x="178" y="355"/>
                  </a:lnTo>
                  <a:lnTo>
                    <a:pt x="709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4833720" y="5473440"/>
              <a:ext cx="412200" cy="127800"/>
            </a:xfrm>
            <a:custGeom>
              <a:avLst/>
              <a:gdLst/>
              <a:ahLst/>
              <a:rect l="0" t="0" r="r" b="b"/>
              <a:pathLst>
                <a:path w="1145" h="355">
                  <a:moveTo>
                    <a:pt x="572" y="355"/>
                  </a:moveTo>
                  <a:lnTo>
                    <a:pt x="968" y="355"/>
                  </a:lnTo>
                  <a:lnTo>
                    <a:pt x="986" y="354"/>
                  </a:lnTo>
                  <a:lnTo>
                    <a:pt x="1003" y="351"/>
                  </a:lnTo>
                  <a:lnTo>
                    <a:pt x="1020" y="347"/>
                  </a:lnTo>
                  <a:lnTo>
                    <a:pt x="1037" y="341"/>
                  </a:lnTo>
                  <a:lnTo>
                    <a:pt x="1052" y="334"/>
                  </a:lnTo>
                  <a:lnTo>
                    <a:pt x="1067" y="325"/>
                  </a:lnTo>
                  <a:lnTo>
                    <a:pt x="1080" y="315"/>
                  </a:lnTo>
                  <a:lnTo>
                    <a:pt x="1093" y="303"/>
                  </a:lnTo>
                  <a:lnTo>
                    <a:pt x="1104" y="291"/>
                  </a:lnTo>
                  <a:lnTo>
                    <a:pt x="1115" y="277"/>
                  </a:lnTo>
                  <a:lnTo>
                    <a:pt x="1123" y="262"/>
                  </a:lnTo>
                  <a:lnTo>
                    <a:pt x="1131" y="247"/>
                  </a:lnTo>
                  <a:lnTo>
                    <a:pt x="1137" y="231"/>
                  </a:lnTo>
                  <a:lnTo>
                    <a:pt x="1141" y="214"/>
                  </a:lnTo>
                  <a:lnTo>
                    <a:pt x="1144" y="196"/>
                  </a:lnTo>
                  <a:lnTo>
                    <a:pt x="1145" y="178"/>
                  </a:lnTo>
                  <a:lnTo>
                    <a:pt x="1145" y="178"/>
                  </a:lnTo>
                  <a:lnTo>
                    <a:pt x="1144" y="160"/>
                  </a:lnTo>
                  <a:lnTo>
                    <a:pt x="1141" y="142"/>
                  </a:lnTo>
                  <a:lnTo>
                    <a:pt x="1137" y="125"/>
                  </a:lnTo>
                  <a:lnTo>
                    <a:pt x="1131" y="109"/>
                  </a:lnTo>
                  <a:lnTo>
                    <a:pt x="1123" y="93"/>
                  </a:lnTo>
                  <a:lnTo>
                    <a:pt x="1115" y="79"/>
                  </a:lnTo>
                  <a:lnTo>
                    <a:pt x="1104" y="65"/>
                  </a:lnTo>
                  <a:lnTo>
                    <a:pt x="1093" y="52"/>
                  </a:lnTo>
                  <a:lnTo>
                    <a:pt x="1080" y="41"/>
                  </a:lnTo>
                  <a:lnTo>
                    <a:pt x="1067" y="30"/>
                  </a:lnTo>
                  <a:lnTo>
                    <a:pt x="1052" y="22"/>
                  </a:lnTo>
                  <a:lnTo>
                    <a:pt x="1037" y="14"/>
                  </a:lnTo>
                  <a:lnTo>
                    <a:pt x="1020" y="8"/>
                  </a:lnTo>
                  <a:lnTo>
                    <a:pt x="1003" y="4"/>
                  </a:lnTo>
                  <a:lnTo>
                    <a:pt x="986" y="1"/>
                  </a:lnTo>
                  <a:lnTo>
                    <a:pt x="968" y="0"/>
                  </a:lnTo>
                  <a:lnTo>
                    <a:pt x="177" y="0"/>
                  </a:lnTo>
                  <a:lnTo>
                    <a:pt x="159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8" y="14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8" y="325"/>
                  </a:lnTo>
                  <a:lnTo>
                    <a:pt x="93" y="334"/>
                  </a:lnTo>
                  <a:lnTo>
                    <a:pt x="108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59" y="354"/>
                  </a:lnTo>
                  <a:lnTo>
                    <a:pt x="177" y="355"/>
                  </a:lnTo>
                  <a:lnTo>
                    <a:pt x="572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4793400" y="4399560"/>
              <a:ext cx="498600" cy="947880"/>
            </a:xfrm>
            <a:custGeom>
              <a:avLst/>
              <a:gdLst/>
              <a:ahLst/>
              <a:rect l="0" t="0" r="r" b="b"/>
              <a:pathLst>
                <a:path w="1385" h="2633">
                  <a:moveTo>
                    <a:pt x="503" y="2633"/>
                  </a:moveTo>
                  <a:lnTo>
                    <a:pt x="513" y="1969"/>
                  </a:lnTo>
                  <a:lnTo>
                    <a:pt x="520" y="1619"/>
                  </a:lnTo>
                  <a:lnTo>
                    <a:pt x="527" y="1392"/>
                  </a:lnTo>
                  <a:lnTo>
                    <a:pt x="531" y="1352"/>
                  </a:lnTo>
                  <a:lnTo>
                    <a:pt x="541" y="1314"/>
                  </a:lnTo>
                  <a:lnTo>
                    <a:pt x="555" y="1278"/>
                  </a:lnTo>
                  <a:lnTo>
                    <a:pt x="573" y="1244"/>
                  </a:lnTo>
                  <a:lnTo>
                    <a:pt x="595" y="1211"/>
                  </a:lnTo>
                  <a:lnTo>
                    <a:pt x="620" y="1180"/>
                  </a:lnTo>
                  <a:lnTo>
                    <a:pt x="680" y="1122"/>
                  </a:lnTo>
                  <a:lnTo>
                    <a:pt x="749" y="1069"/>
                  </a:lnTo>
                  <a:lnTo>
                    <a:pt x="825" y="1018"/>
                  </a:lnTo>
                  <a:lnTo>
                    <a:pt x="987" y="922"/>
                  </a:lnTo>
                  <a:lnTo>
                    <a:pt x="1146" y="822"/>
                  </a:lnTo>
                  <a:lnTo>
                    <a:pt x="1216" y="768"/>
                  </a:lnTo>
                  <a:lnTo>
                    <a:pt x="1278" y="709"/>
                  </a:lnTo>
                  <a:lnTo>
                    <a:pt x="1305" y="677"/>
                  </a:lnTo>
                  <a:lnTo>
                    <a:pt x="1328" y="644"/>
                  </a:lnTo>
                  <a:lnTo>
                    <a:pt x="1348" y="609"/>
                  </a:lnTo>
                  <a:lnTo>
                    <a:pt x="1364" y="572"/>
                  </a:lnTo>
                  <a:lnTo>
                    <a:pt x="1376" y="533"/>
                  </a:lnTo>
                  <a:lnTo>
                    <a:pt x="1383" y="492"/>
                  </a:lnTo>
                  <a:lnTo>
                    <a:pt x="1385" y="448"/>
                  </a:lnTo>
                  <a:lnTo>
                    <a:pt x="1382" y="402"/>
                  </a:lnTo>
                  <a:lnTo>
                    <a:pt x="1374" y="364"/>
                  </a:lnTo>
                  <a:lnTo>
                    <a:pt x="1363" y="332"/>
                  </a:lnTo>
                  <a:lnTo>
                    <a:pt x="1347" y="304"/>
                  </a:lnTo>
                  <a:lnTo>
                    <a:pt x="1328" y="279"/>
                  </a:lnTo>
                  <a:lnTo>
                    <a:pt x="1306" y="259"/>
                  </a:lnTo>
                  <a:lnTo>
                    <a:pt x="1280" y="243"/>
                  </a:lnTo>
                  <a:lnTo>
                    <a:pt x="1252" y="230"/>
                  </a:lnTo>
                  <a:lnTo>
                    <a:pt x="1222" y="221"/>
                  </a:lnTo>
                  <a:lnTo>
                    <a:pt x="1190" y="214"/>
                  </a:lnTo>
                  <a:lnTo>
                    <a:pt x="1156" y="211"/>
                  </a:lnTo>
                  <a:lnTo>
                    <a:pt x="1084" y="214"/>
                  </a:lnTo>
                  <a:lnTo>
                    <a:pt x="1010" y="227"/>
                  </a:lnTo>
                  <a:lnTo>
                    <a:pt x="936" y="249"/>
                  </a:lnTo>
                  <a:lnTo>
                    <a:pt x="865" y="278"/>
                  </a:lnTo>
                  <a:lnTo>
                    <a:pt x="800" y="313"/>
                  </a:lnTo>
                  <a:lnTo>
                    <a:pt x="743" y="354"/>
                  </a:lnTo>
                  <a:lnTo>
                    <a:pt x="719" y="375"/>
                  </a:lnTo>
                  <a:lnTo>
                    <a:pt x="697" y="397"/>
                  </a:lnTo>
                  <a:lnTo>
                    <a:pt x="679" y="420"/>
                  </a:lnTo>
                  <a:lnTo>
                    <a:pt x="665" y="443"/>
                  </a:lnTo>
                  <a:lnTo>
                    <a:pt x="654" y="466"/>
                  </a:lnTo>
                  <a:lnTo>
                    <a:pt x="649" y="489"/>
                  </a:lnTo>
                  <a:lnTo>
                    <a:pt x="648" y="512"/>
                  </a:lnTo>
                  <a:lnTo>
                    <a:pt x="652" y="535"/>
                  </a:lnTo>
                  <a:lnTo>
                    <a:pt x="661" y="557"/>
                  </a:lnTo>
                  <a:lnTo>
                    <a:pt x="677" y="579"/>
                  </a:lnTo>
                  <a:lnTo>
                    <a:pt x="691" y="593"/>
                  </a:lnTo>
                  <a:lnTo>
                    <a:pt x="705" y="604"/>
                  </a:lnTo>
                  <a:lnTo>
                    <a:pt x="718" y="612"/>
                  </a:lnTo>
                  <a:lnTo>
                    <a:pt x="732" y="616"/>
                  </a:lnTo>
                  <a:lnTo>
                    <a:pt x="745" y="618"/>
                  </a:lnTo>
                  <a:lnTo>
                    <a:pt x="758" y="618"/>
                  </a:lnTo>
                  <a:lnTo>
                    <a:pt x="771" y="614"/>
                  </a:lnTo>
                  <a:lnTo>
                    <a:pt x="783" y="609"/>
                  </a:lnTo>
                  <a:lnTo>
                    <a:pt x="794" y="601"/>
                  </a:lnTo>
                  <a:lnTo>
                    <a:pt x="805" y="591"/>
                  </a:lnTo>
                  <a:lnTo>
                    <a:pt x="815" y="579"/>
                  </a:lnTo>
                  <a:lnTo>
                    <a:pt x="825" y="565"/>
                  </a:lnTo>
                  <a:lnTo>
                    <a:pt x="841" y="532"/>
                  </a:lnTo>
                  <a:lnTo>
                    <a:pt x="854" y="495"/>
                  </a:lnTo>
                  <a:lnTo>
                    <a:pt x="863" y="453"/>
                  </a:lnTo>
                  <a:lnTo>
                    <a:pt x="866" y="409"/>
                  </a:lnTo>
                  <a:lnTo>
                    <a:pt x="865" y="363"/>
                  </a:lnTo>
                  <a:lnTo>
                    <a:pt x="858" y="317"/>
                  </a:lnTo>
                  <a:lnTo>
                    <a:pt x="845" y="271"/>
                  </a:lnTo>
                  <a:lnTo>
                    <a:pt x="824" y="228"/>
                  </a:lnTo>
                  <a:lnTo>
                    <a:pt x="812" y="207"/>
                  </a:lnTo>
                  <a:lnTo>
                    <a:pt x="797" y="188"/>
                  </a:lnTo>
                  <a:lnTo>
                    <a:pt x="780" y="170"/>
                  </a:lnTo>
                  <a:lnTo>
                    <a:pt x="762" y="153"/>
                  </a:lnTo>
                  <a:lnTo>
                    <a:pt x="737" y="134"/>
                  </a:lnTo>
                  <a:lnTo>
                    <a:pt x="704" y="113"/>
                  </a:lnTo>
                  <a:lnTo>
                    <a:pt x="665" y="91"/>
                  </a:lnTo>
                  <a:lnTo>
                    <a:pt x="619" y="70"/>
                  </a:lnTo>
                  <a:lnTo>
                    <a:pt x="570" y="49"/>
                  </a:lnTo>
                  <a:lnTo>
                    <a:pt x="516" y="31"/>
                  </a:lnTo>
                  <a:lnTo>
                    <a:pt x="460" y="15"/>
                  </a:lnTo>
                  <a:lnTo>
                    <a:pt x="403" y="5"/>
                  </a:lnTo>
                  <a:lnTo>
                    <a:pt x="345" y="0"/>
                  </a:lnTo>
                  <a:lnTo>
                    <a:pt x="288" y="2"/>
                  </a:lnTo>
                  <a:lnTo>
                    <a:pt x="232" y="11"/>
                  </a:lnTo>
                  <a:lnTo>
                    <a:pt x="205" y="20"/>
                  </a:lnTo>
                  <a:lnTo>
                    <a:pt x="179" y="30"/>
                  </a:lnTo>
                  <a:lnTo>
                    <a:pt x="154" y="43"/>
                  </a:lnTo>
                  <a:lnTo>
                    <a:pt x="130" y="59"/>
                  </a:lnTo>
                  <a:lnTo>
                    <a:pt x="107" y="77"/>
                  </a:lnTo>
                  <a:lnTo>
                    <a:pt x="85" y="99"/>
                  </a:lnTo>
                  <a:lnTo>
                    <a:pt x="65" y="123"/>
                  </a:lnTo>
                  <a:lnTo>
                    <a:pt x="46" y="151"/>
                  </a:lnTo>
                  <a:lnTo>
                    <a:pt x="30" y="182"/>
                  </a:lnTo>
                  <a:lnTo>
                    <a:pt x="15" y="217"/>
                  </a:lnTo>
                  <a:lnTo>
                    <a:pt x="4" y="251"/>
                  </a:lnTo>
                  <a:lnTo>
                    <a:pt x="0" y="287"/>
                  </a:lnTo>
                  <a:lnTo>
                    <a:pt x="2" y="322"/>
                  </a:lnTo>
                  <a:lnTo>
                    <a:pt x="8" y="358"/>
                  </a:lnTo>
                  <a:lnTo>
                    <a:pt x="20" y="394"/>
                  </a:lnTo>
                  <a:lnTo>
                    <a:pt x="37" y="430"/>
                  </a:lnTo>
                  <a:lnTo>
                    <a:pt x="82" y="502"/>
                  </a:lnTo>
                  <a:lnTo>
                    <a:pt x="141" y="576"/>
                  </a:lnTo>
                  <a:lnTo>
                    <a:pt x="211" y="649"/>
                  </a:lnTo>
                  <a:lnTo>
                    <a:pt x="372" y="796"/>
                  </a:lnTo>
                  <a:lnTo>
                    <a:pt x="540" y="941"/>
                  </a:lnTo>
                  <a:lnTo>
                    <a:pt x="693" y="1082"/>
                  </a:lnTo>
                  <a:lnTo>
                    <a:pt x="756" y="1151"/>
                  </a:lnTo>
                  <a:lnTo>
                    <a:pt x="805" y="1219"/>
                  </a:lnTo>
                  <a:lnTo>
                    <a:pt x="824" y="1252"/>
                  </a:lnTo>
                  <a:lnTo>
                    <a:pt x="839" y="1285"/>
                  </a:lnTo>
                  <a:lnTo>
                    <a:pt x="849" y="1317"/>
                  </a:lnTo>
                  <a:lnTo>
                    <a:pt x="854" y="1348"/>
                  </a:lnTo>
                  <a:lnTo>
                    <a:pt x="857" y="1471"/>
                  </a:lnTo>
                  <a:lnTo>
                    <a:pt x="857" y="1648"/>
                  </a:lnTo>
                  <a:lnTo>
                    <a:pt x="849" y="2078"/>
                  </a:lnTo>
                  <a:lnTo>
                    <a:pt x="833" y="2633"/>
                  </a:lnTo>
                  <a:lnTo>
                    <a:pt x="503" y="2633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5040000" y="3556440"/>
              <a:ext cx="0" cy="1864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 flipH="1">
              <a:off x="568368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 flipH="1">
              <a:off x="5833440" y="4548960"/>
              <a:ext cx="18648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426384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059360" y="4548960"/>
              <a:ext cx="18648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2160000" y="1692000"/>
            <a:ext cx="6660000" cy="15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7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ftr" idx="8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sldNum" idx="9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A9E6C6-254B-456E-A3B7-3484BF1DBB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0080360" cy="5670360"/>
          </a:xfrm>
          <a:custGeom>
            <a:avLst/>
            <a:gdLst/>
            <a:ahLst/>
            <a:rect l="0" t="0" r="r" b="b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42" name=""/>
          <p:cNvGrpSpPr/>
          <p:nvPr/>
        </p:nvGrpSpPr>
        <p:grpSpPr>
          <a:xfrm>
            <a:off x="4304520" y="277920"/>
            <a:ext cx="5131440" cy="4222440"/>
            <a:chOff x="4304520" y="277920"/>
            <a:chExt cx="5131440" cy="4222440"/>
          </a:xfrm>
        </p:grpSpPr>
        <p:sp>
          <p:nvSpPr>
            <p:cNvPr id="143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4304520" y="4309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459840" y="1847160"/>
              <a:ext cx="168120" cy="180360"/>
            </a:xfrm>
            <a:custGeom>
              <a:avLst/>
              <a:gdLst/>
              <a:ahLst/>
              <a:rect l="0" t="0" r="r" b="b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9" name=""/>
          <p:cNvGrpSpPr/>
          <p:nvPr/>
        </p:nvGrpSpPr>
        <p:grpSpPr>
          <a:xfrm>
            <a:off x="432360" y="2833920"/>
            <a:ext cx="2343240" cy="2549520"/>
            <a:chOff x="432360" y="2833920"/>
            <a:chExt cx="2343240" cy="2549520"/>
          </a:xfrm>
        </p:grpSpPr>
        <p:sp>
          <p:nvSpPr>
            <p:cNvPr id="150" name=""/>
            <p:cNvSpPr/>
            <p:nvPr/>
          </p:nvSpPr>
          <p:spPr>
            <a:xfrm>
              <a:off x="977760" y="3434040"/>
              <a:ext cx="1360080" cy="1632960"/>
            </a:xfrm>
            <a:custGeom>
              <a:avLst/>
              <a:gdLst/>
              <a:ahLst/>
              <a:rect l="0" t="0" r="r" b="b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1338840" y="5067000"/>
              <a:ext cx="638280" cy="159480"/>
            </a:xfrm>
            <a:custGeom>
              <a:avLst/>
              <a:gdLst/>
              <a:ahLst/>
              <a:rect l="0" t="0" r="r" b="b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1400400" y="5224320"/>
              <a:ext cx="515160" cy="159120"/>
            </a:xfrm>
            <a:custGeom>
              <a:avLst/>
              <a:gdLst/>
              <a:ahLst/>
              <a:rect l="0" t="0" r="r" b="b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350000" y="3885120"/>
              <a:ext cx="623160" cy="1181880"/>
            </a:xfrm>
            <a:custGeom>
              <a:avLst/>
              <a:gdLst/>
              <a:ahLst/>
              <a:rect l="0" t="0" r="r" b="b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1657800" y="2833920"/>
              <a:ext cx="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flipH="1">
              <a:off x="254232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43236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59" name=""/>
          <p:cNvGrpSpPr/>
          <p:nvPr/>
        </p:nvGrpSpPr>
        <p:grpSpPr>
          <a:xfrm>
            <a:off x="632520" y="720000"/>
            <a:ext cx="927000" cy="592200"/>
            <a:chOff x="632520" y="720000"/>
            <a:chExt cx="927000" cy="592200"/>
          </a:xfrm>
        </p:grpSpPr>
        <p:sp>
          <p:nvSpPr>
            <p:cNvPr id="160" name=""/>
            <p:cNvSpPr/>
            <p:nvPr/>
          </p:nvSpPr>
          <p:spPr>
            <a:xfrm>
              <a:off x="701280" y="7833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632520" y="7200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2" name=""/>
          <p:cNvGrpSpPr/>
          <p:nvPr/>
        </p:nvGrpSpPr>
        <p:grpSpPr>
          <a:xfrm>
            <a:off x="632520" y="2359080"/>
            <a:ext cx="927000" cy="592560"/>
            <a:chOff x="632520" y="2359080"/>
            <a:chExt cx="927000" cy="592560"/>
          </a:xfrm>
        </p:grpSpPr>
        <p:sp>
          <p:nvSpPr>
            <p:cNvPr id="163" name=""/>
            <p:cNvSpPr/>
            <p:nvPr/>
          </p:nvSpPr>
          <p:spPr>
            <a:xfrm>
              <a:off x="701280" y="242280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632520" y="235908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5" name=""/>
          <p:cNvGrpSpPr/>
          <p:nvPr/>
        </p:nvGrpSpPr>
        <p:grpSpPr>
          <a:xfrm>
            <a:off x="5639760" y="2359080"/>
            <a:ext cx="927000" cy="592560"/>
            <a:chOff x="5639760" y="2359080"/>
            <a:chExt cx="927000" cy="592560"/>
          </a:xfrm>
        </p:grpSpPr>
        <p:sp>
          <p:nvSpPr>
            <p:cNvPr id="166" name=""/>
            <p:cNvSpPr/>
            <p:nvPr/>
          </p:nvSpPr>
          <p:spPr>
            <a:xfrm>
              <a:off x="5708880" y="24228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639760" y="235908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8" name=""/>
          <p:cNvGrpSpPr/>
          <p:nvPr/>
        </p:nvGrpSpPr>
        <p:grpSpPr>
          <a:xfrm>
            <a:off x="5639760" y="3998160"/>
            <a:ext cx="927000" cy="592200"/>
            <a:chOff x="5639760" y="3998160"/>
            <a:chExt cx="927000" cy="592200"/>
          </a:xfrm>
        </p:grpSpPr>
        <p:sp>
          <p:nvSpPr>
            <p:cNvPr id="169" name=""/>
            <p:cNvSpPr/>
            <p:nvPr/>
          </p:nvSpPr>
          <p:spPr>
            <a:xfrm>
              <a:off x="5708880" y="406152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5639760" y="39981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6000" cy="442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dt" idx="10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ftr" idx="11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sldNum" idx="12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B719016-E607-4C7E-9E26-2F0DDA5C1D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0080360" cy="5670360"/>
          </a:xfrm>
          <a:custGeom>
            <a:avLst/>
            <a:gdLst/>
            <a:ahLst/>
            <a:rect l="0" t="0" r="r" b="b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7" name=""/>
          <p:cNvGrpSpPr/>
          <p:nvPr/>
        </p:nvGrpSpPr>
        <p:grpSpPr>
          <a:xfrm>
            <a:off x="4304520" y="277920"/>
            <a:ext cx="5131440" cy="4222440"/>
            <a:chOff x="4304520" y="277920"/>
            <a:chExt cx="5131440" cy="4222440"/>
          </a:xfrm>
        </p:grpSpPr>
        <p:sp>
          <p:nvSpPr>
            <p:cNvPr id="178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304520" y="4309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6459840" y="1847160"/>
              <a:ext cx="168120" cy="180360"/>
            </a:xfrm>
            <a:custGeom>
              <a:avLst/>
              <a:gdLst/>
              <a:ahLst/>
              <a:rect l="0" t="0" r="r" b="b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4" name=""/>
          <p:cNvGrpSpPr/>
          <p:nvPr/>
        </p:nvGrpSpPr>
        <p:grpSpPr>
          <a:xfrm>
            <a:off x="432360" y="2833920"/>
            <a:ext cx="2343240" cy="2549520"/>
            <a:chOff x="432360" y="2833920"/>
            <a:chExt cx="2343240" cy="2549520"/>
          </a:xfrm>
        </p:grpSpPr>
        <p:sp>
          <p:nvSpPr>
            <p:cNvPr id="185" name=""/>
            <p:cNvSpPr/>
            <p:nvPr/>
          </p:nvSpPr>
          <p:spPr>
            <a:xfrm>
              <a:off x="977760" y="3434040"/>
              <a:ext cx="1360080" cy="1632960"/>
            </a:xfrm>
            <a:custGeom>
              <a:avLst/>
              <a:gdLst/>
              <a:ahLst/>
              <a:rect l="0" t="0" r="r" b="b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1338840" y="5067000"/>
              <a:ext cx="638280" cy="159480"/>
            </a:xfrm>
            <a:custGeom>
              <a:avLst/>
              <a:gdLst/>
              <a:ahLst/>
              <a:rect l="0" t="0" r="r" b="b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1400400" y="5224320"/>
              <a:ext cx="515160" cy="159120"/>
            </a:xfrm>
            <a:custGeom>
              <a:avLst/>
              <a:gdLst/>
              <a:ahLst/>
              <a:rect l="0" t="0" r="r" b="b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1350000" y="3885120"/>
              <a:ext cx="623160" cy="1181880"/>
            </a:xfrm>
            <a:custGeom>
              <a:avLst/>
              <a:gdLst/>
              <a:ahLst/>
              <a:rect l="0" t="0" r="r" b="b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1657800" y="2833920"/>
              <a:ext cx="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H="1">
              <a:off x="254232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43236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4" name=""/>
          <p:cNvGrpSpPr/>
          <p:nvPr/>
        </p:nvGrpSpPr>
        <p:grpSpPr>
          <a:xfrm>
            <a:off x="632520" y="720000"/>
            <a:ext cx="927000" cy="592200"/>
            <a:chOff x="632520" y="720000"/>
            <a:chExt cx="927000" cy="592200"/>
          </a:xfrm>
        </p:grpSpPr>
        <p:sp>
          <p:nvSpPr>
            <p:cNvPr id="195" name=""/>
            <p:cNvSpPr/>
            <p:nvPr/>
          </p:nvSpPr>
          <p:spPr>
            <a:xfrm>
              <a:off x="701280" y="7833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632520" y="7200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632520" y="2359080"/>
            <a:ext cx="927000" cy="592560"/>
            <a:chOff x="632520" y="2359080"/>
            <a:chExt cx="927000" cy="592560"/>
          </a:xfrm>
        </p:grpSpPr>
        <p:sp>
          <p:nvSpPr>
            <p:cNvPr id="198" name=""/>
            <p:cNvSpPr/>
            <p:nvPr/>
          </p:nvSpPr>
          <p:spPr>
            <a:xfrm>
              <a:off x="701280" y="242280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632520" y="235908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00" name=""/>
          <p:cNvGrpSpPr/>
          <p:nvPr/>
        </p:nvGrpSpPr>
        <p:grpSpPr>
          <a:xfrm>
            <a:off x="5639760" y="2359080"/>
            <a:ext cx="927000" cy="592560"/>
            <a:chOff x="5639760" y="2359080"/>
            <a:chExt cx="927000" cy="592560"/>
          </a:xfrm>
        </p:grpSpPr>
        <p:sp>
          <p:nvSpPr>
            <p:cNvPr id="201" name=""/>
            <p:cNvSpPr/>
            <p:nvPr/>
          </p:nvSpPr>
          <p:spPr>
            <a:xfrm>
              <a:off x="5708880" y="24228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5639760" y="235908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03" name=""/>
          <p:cNvGrpSpPr/>
          <p:nvPr/>
        </p:nvGrpSpPr>
        <p:grpSpPr>
          <a:xfrm>
            <a:off x="5639760" y="3998160"/>
            <a:ext cx="927000" cy="592200"/>
            <a:chOff x="5639760" y="3998160"/>
            <a:chExt cx="927000" cy="592200"/>
          </a:xfrm>
        </p:grpSpPr>
        <p:sp>
          <p:nvSpPr>
            <p:cNvPr id="204" name=""/>
            <p:cNvSpPr/>
            <p:nvPr/>
          </p:nvSpPr>
          <p:spPr>
            <a:xfrm>
              <a:off x="5708880" y="406152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639760" y="39981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6000" cy="442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3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14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15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F31C199-9F43-4D25-948D-E43B59C285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43" name=""/>
          <p:cNvGrpSpPr/>
          <p:nvPr/>
        </p:nvGrpSpPr>
        <p:grpSpPr>
          <a:xfrm>
            <a:off x="673920" y="3056400"/>
            <a:ext cx="2151720" cy="2243520"/>
            <a:chOff x="673920" y="3056400"/>
            <a:chExt cx="2151720" cy="2243520"/>
          </a:xfrm>
        </p:grpSpPr>
        <p:sp>
          <p:nvSpPr>
            <p:cNvPr id="244" name=""/>
            <p:cNvSpPr/>
            <p:nvPr/>
          </p:nvSpPr>
          <p:spPr>
            <a:xfrm>
              <a:off x="1153080" y="3584520"/>
              <a:ext cx="1193400" cy="1437120"/>
            </a:xfrm>
            <a:custGeom>
              <a:avLst/>
              <a:gdLst/>
              <a:ahLst/>
              <a:rect l="0" t="0" r="r" b="b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1469520" y="5021640"/>
              <a:ext cx="560520" cy="140040"/>
            </a:xfrm>
            <a:custGeom>
              <a:avLst/>
              <a:gdLst/>
              <a:ahLst/>
              <a:rect l="0" t="0" r="r" b="b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1523520" y="5159880"/>
              <a:ext cx="452160" cy="140040"/>
            </a:xfrm>
            <a:custGeom>
              <a:avLst/>
              <a:gdLst/>
              <a:ahLst/>
              <a:rect l="0" t="0" r="r" b="b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1479600" y="3981240"/>
              <a:ext cx="546480" cy="1040400"/>
            </a:xfrm>
            <a:custGeom>
              <a:avLst/>
              <a:gdLst/>
              <a:ahLst/>
              <a:rect l="0" t="0" r="r" b="b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1749600" y="3056400"/>
              <a:ext cx="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9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flipH="1">
              <a:off x="262080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67392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53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254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255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260" name=""/>
            <p:cNvSpPr/>
            <p:nvPr/>
          </p:nvSpPr>
          <p:spPr>
            <a:xfrm>
              <a:off x="6364080" y="928440"/>
              <a:ext cx="167760" cy="180720"/>
            </a:xfrm>
            <a:custGeom>
              <a:avLst/>
              <a:gdLst/>
              <a:ahLst/>
              <a:rect l="0" t="0" r="r" b="b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1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8921520" y="3384360"/>
              <a:ext cx="191160" cy="191160"/>
            </a:xfrm>
            <a:custGeom>
              <a:avLst/>
              <a:gdLst/>
              <a:ahLst/>
              <a:rect l="0" t="0" r="r" b="b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1030320" y="50256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4014360" y="38134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6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dt" idx="19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ftr" idx="20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21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5E0B4AD-E928-49FB-8A09-449EA36CA1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12" name=""/>
          <p:cNvGrpSpPr/>
          <p:nvPr/>
        </p:nvGrpSpPr>
        <p:grpSpPr>
          <a:xfrm>
            <a:off x="673920" y="3056400"/>
            <a:ext cx="2151720" cy="2243520"/>
            <a:chOff x="673920" y="3056400"/>
            <a:chExt cx="2151720" cy="2243520"/>
          </a:xfrm>
        </p:grpSpPr>
        <p:sp>
          <p:nvSpPr>
            <p:cNvPr id="213" name=""/>
            <p:cNvSpPr/>
            <p:nvPr/>
          </p:nvSpPr>
          <p:spPr>
            <a:xfrm>
              <a:off x="1153080" y="3584520"/>
              <a:ext cx="1193400" cy="1437120"/>
            </a:xfrm>
            <a:custGeom>
              <a:avLst/>
              <a:gdLst/>
              <a:ahLst/>
              <a:rect l="0" t="0" r="r" b="b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1469520" y="5021640"/>
              <a:ext cx="560520" cy="140040"/>
            </a:xfrm>
            <a:custGeom>
              <a:avLst/>
              <a:gdLst/>
              <a:ahLst/>
              <a:rect l="0" t="0" r="r" b="b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523520" y="5159880"/>
              <a:ext cx="452160" cy="140040"/>
            </a:xfrm>
            <a:custGeom>
              <a:avLst/>
              <a:gdLst/>
              <a:ahLst/>
              <a:rect l="0" t="0" r="r" b="b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479600" y="3981240"/>
              <a:ext cx="546480" cy="1040400"/>
            </a:xfrm>
            <a:custGeom>
              <a:avLst/>
              <a:gdLst/>
              <a:ahLst/>
              <a:rect l="0" t="0" r="r" b="b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1749600" y="3056400"/>
              <a:ext cx="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9" name=""/>
            <p:cNvSpPr/>
            <p:nvPr/>
          </p:nvSpPr>
          <p:spPr>
            <a:xfrm flipH="1">
              <a:off x="262080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7392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22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223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224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229" name=""/>
            <p:cNvSpPr/>
            <p:nvPr/>
          </p:nvSpPr>
          <p:spPr>
            <a:xfrm>
              <a:off x="6364080" y="928440"/>
              <a:ext cx="167760" cy="180720"/>
            </a:xfrm>
            <a:custGeom>
              <a:avLst/>
              <a:gdLst/>
              <a:ahLst/>
              <a:rect l="0" t="0" r="r" b="b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0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8921520" y="3384360"/>
              <a:ext cx="191160" cy="191160"/>
            </a:xfrm>
            <a:custGeom>
              <a:avLst/>
              <a:gdLst/>
              <a:ahLst/>
              <a:rect l="0" t="0" r="r" b="b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1030320" y="50256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4014360" y="38134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16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17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18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1101AC3-A655-4A29-BB5B-40EB239BE1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4" name=""/>
          <p:cNvSpPr/>
          <p:nvPr/>
        </p:nvSpPr>
        <p:spPr>
          <a:xfrm>
            <a:off x="792000" y="1512000"/>
            <a:ext cx="8496360" cy="3600360"/>
          </a:xfrm>
          <a:custGeom>
            <a:avLst/>
            <a:gdLst/>
            <a:ahLst/>
            <a:rect l="0" t="0" r="r" b="b"/>
            <a:pathLst>
              <a:path w="23601" h="10001">
                <a:moveTo>
                  <a:pt x="0" y="0"/>
                </a:moveTo>
                <a:lnTo>
                  <a:pt x="23601" y="0"/>
                </a:lnTo>
                <a:lnTo>
                  <a:pt x="23601" y="10001"/>
                </a:lnTo>
                <a:lnTo>
                  <a:pt x="0" y="1000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75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276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277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86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287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2000" cy="972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76320" rotWithShape="0">
              <a:srgbClr val="E8A202"/>
            </a:outerShdw>
          </a:effectLst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92000" y="1512000"/>
            <a:ext cx="8496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22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ftr" idx="23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sldNum" idx="24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538BD47-18B8-4D5D-8F76-7E091CB9B5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02" name=""/>
          <p:cNvGrpSpPr/>
          <p:nvPr/>
        </p:nvGrpSpPr>
        <p:grpSpPr>
          <a:xfrm>
            <a:off x="7474320" y="3038040"/>
            <a:ext cx="2442960" cy="2545200"/>
            <a:chOff x="7474320" y="3038040"/>
            <a:chExt cx="2442960" cy="2545200"/>
          </a:xfrm>
        </p:grpSpPr>
        <p:sp>
          <p:nvSpPr>
            <p:cNvPr id="303" name=""/>
            <p:cNvSpPr/>
            <p:nvPr/>
          </p:nvSpPr>
          <p:spPr>
            <a:xfrm>
              <a:off x="8018280" y="3637080"/>
              <a:ext cx="1355040" cy="1630440"/>
            </a:xfrm>
            <a:custGeom>
              <a:avLst/>
              <a:gdLst/>
              <a:ahLst/>
              <a:rect l="0" t="0" r="r" b="b"/>
              <a:pathLst>
                <a:path w="3764" h="4529">
                  <a:moveTo>
                    <a:pt x="1882" y="0"/>
                  </a:moveTo>
                  <a:lnTo>
                    <a:pt x="1882" y="0"/>
                  </a:lnTo>
                  <a:lnTo>
                    <a:pt x="1882" y="0"/>
                  </a:lnTo>
                  <a:lnTo>
                    <a:pt x="1754" y="4"/>
                  </a:lnTo>
                  <a:lnTo>
                    <a:pt x="1631" y="15"/>
                  </a:lnTo>
                  <a:lnTo>
                    <a:pt x="1511" y="34"/>
                  </a:lnTo>
                  <a:lnTo>
                    <a:pt x="1394" y="61"/>
                  </a:lnTo>
                  <a:lnTo>
                    <a:pt x="1279" y="96"/>
                  </a:lnTo>
                  <a:lnTo>
                    <a:pt x="1166" y="140"/>
                  </a:lnTo>
                  <a:lnTo>
                    <a:pt x="1053" y="191"/>
                  </a:lnTo>
                  <a:lnTo>
                    <a:pt x="941" y="252"/>
                  </a:lnTo>
                  <a:lnTo>
                    <a:pt x="832" y="319"/>
                  </a:lnTo>
                  <a:lnTo>
                    <a:pt x="731" y="390"/>
                  </a:lnTo>
                  <a:lnTo>
                    <a:pt x="637" y="467"/>
                  </a:lnTo>
                  <a:lnTo>
                    <a:pt x="549" y="548"/>
                  </a:lnTo>
                  <a:lnTo>
                    <a:pt x="467" y="636"/>
                  </a:lnTo>
                  <a:lnTo>
                    <a:pt x="391" y="730"/>
                  </a:lnTo>
                  <a:lnTo>
                    <a:pt x="319" y="831"/>
                  </a:lnTo>
                  <a:lnTo>
                    <a:pt x="252" y="940"/>
                  </a:lnTo>
                  <a:lnTo>
                    <a:pt x="191" y="1052"/>
                  </a:lnTo>
                  <a:lnTo>
                    <a:pt x="139" y="1165"/>
                  </a:lnTo>
                  <a:lnTo>
                    <a:pt x="96" y="1278"/>
                  </a:lnTo>
                  <a:lnTo>
                    <a:pt x="61" y="1393"/>
                  </a:lnTo>
                  <a:lnTo>
                    <a:pt x="34" y="1510"/>
                  </a:lnTo>
                  <a:lnTo>
                    <a:pt x="15" y="1630"/>
                  </a:lnTo>
                  <a:lnTo>
                    <a:pt x="4" y="1753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4" y="2008"/>
                  </a:lnTo>
                  <a:lnTo>
                    <a:pt x="15" y="2131"/>
                  </a:lnTo>
                  <a:lnTo>
                    <a:pt x="34" y="2250"/>
                  </a:lnTo>
                  <a:lnTo>
                    <a:pt x="61" y="2367"/>
                  </a:lnTo>
                  <a:lnTo>
                    <a:pt x="96" y="2482"/>
                  </a:lnTo>
                  <a:lnTo>
                    <a:pt x="140" y="2595"/>
                  </a:lnTo>
                  <a:lnTo>
                    <a:pt x="192" y="2707"/>
                  </a:lnTo>
                  <a:lnTo>
                    <a:pt x="252" y="2819"/>
                  </a:lnTo>
                  <a:lnTo>
                    <a:pt x="319" y="2927"/>
                  </a:lnTo>
                  <a:lnTo>
                    <a:pt x="391" y="3028"/>
                  </a:lnTo>
                  <a:lnTo>
                    <a:pt x="467" y="3123"/>
                  </a:lnTo>
                  <a:lnTo>
                    <a:pt x="549" y="3210"/>
                  </a:lnTo>
                  <a:lnTo>
                    <a:pt x="637" y="3292"/>
                  </a:lnTo>
                  <a:lnTo>
                    <a:pt x="731" y="3368"/>
                  </a:lnTo>
                  <a:lnTo>
                    <a:pt x="832" y="3440"/>
                  </a:lnTo>
                  <a:lnTo>
                    <a:pt x="941" y="3507"/>
                  </a:lnTo>
                  <a:lnTo>
                    <a:pt x="1020" y="3550"/>
                  </a:lnTo>
                  <a:lnTo>
                    <a:pt x="1097" y="3588"/>
                  </a:lnTo>
                  <a:lnTo>
                    <a:pt x="1176" y="3622"/>
                  </a:lnTo>
                  <a:lnTo>
                    <a:pt x="1260" y="3654"/>
                  </a:lnTo>
                  <a:lnTo>
                    <a:pt x="1260" y="3656"/>
                  </a:lnTo>
                  <a:lnTo>
                    <a:pt x="1260" y="4308"/>
                  </a:lnTo>
                  <a:lnTo>
                    <a:pt x="1261" y="4330"/>
                  </a:lnTo>
                  <a:lnTo>
                    <a:pt x="1264" y="4353"/>
                  </a:lnTo>
                  <a:lnTo>
                    <a:pt x="1270" y="4374"/>
                  </a:lnTo>
                  <a:lnTo>
                    <a:pt x="1277" y="4394"/>
                  </a:lnTo>
                  <a:lnTo>
                    <a:pt x="1287" y="4413"/>
                  </a:lnTo>
                  <a:lnTo>
                    <a:pt x="1298" y="4432"/>
                  </a:lnTo>
                  <a:lnTo>
                    <a:pt x="1310" y="4449"/>
                  </a:lnTo>
                  <a:lnTo>
                    <a:pt x="1325" y="4464"/>
                  </a:lnTo>
                  <a:lnTo>
                    <a:pt x="1340" y="4479"/>
                  </a:lnTo>
                  <a:lnTo>
                    <a:pt x="1357" y="4491"/>
                  </a:lnTo>
                  <a:lnTo>
                    <a:pt x="1376" y="4502"/>
                  </a:lnTo>
                  <a:lnTo>
                    <a:pt x="1395" y="4511"/>
                  </a:lnTo>
                  <a:lnTo>
                    <a:pt x="1415" y="4519"/>
                  </a:lnTo>
                  <a:lnTo>
                    <a:pt x="1436" y="4524"/>
                  </a:lnTo>
                  <a:lnTo>
                    <a:pt x="1458" y="4528"/>
                  </a:lnTo>
                  <a:lnTo>
                    <a:pt x="1481" y="4529"/>
                  </a:lnTo>
                  <a:lnTo>
                    <a:pt x="2282" y="4529"/>
                  </a:lnTo>
                  <a:lnTo>
                    <a:pt x="2305" y="4528"/>
                  </a:lnTo>
                  <a:lnTo>
                    <a:pt x="2327" y="4524"/>
                  </a:lnTo>
                  <a:lnTo>
                    <a:pt x="2348" y="4519"/>
                  </a:lnTo>
                  <a:lnTo>
                    <a:pt x="2368" y="4511"/>
                  </a:lnTo>
                  <a:lnTo>
                    <a:pt x="2388" y="4502"/>
                  </a:lnTo>
                  <a:lnTo>
                    <a:pt x="2406" y="4491"/>
                  </a:lnTo>
                  <a:lnTo>
                    <a:pt x="2423" y="4479"/>
                  </a:lnTo>
                  <a:lnTo>
                    <a:pt x="2439" y="4464"/>
                  </a:lnTo>
                  <a:lnTo>
                    <a:pt x="2453" y="4449"/>
                  </a:lnTo>
                  <a:lnTo>
                    <a:pt x="2465" y="4432"/>
                  </a:lnTo>
                  <a:lnTo>
                    <a:pt x="2476" y="4413"/>
                  </a:lnTo>
                  <a:lnTo>
                    <a:pt x="2486" y="4394"/>
                  </a:lnTo>
                  <a:lnTo>
                    <a:pt x="2493" y="4374"/>
                  </a:lnTo>
                  <a:lnTo>
                    <a:pt x="2498" y="4353"/>
                  </a:lnTo>
                  <a:lnTo>
                    <a:pt x="2502" y="4330"/>
                  </a:lnTo>
                  <a:lnTo>
                    <a:pt x="2503" y="4308"/>
                  </a:lnTo>
                  <a:lnTo>
                    <a:pt x="2503" y="3656"/>
                  </a:lnTo>
                  <a:lnTo>
                    <a:pt x="2503" y="3654"/>
                  </a:lnTo>
                  <a:lnTo>
                    <a:pt x="2503" y="3654"/>
                  </a:lnTo>
                  <a:lnTo>
                    <a:pt x="2587" y="3622"/>
                  </a:lnTo>
                  <a:lnTo>
                    <a:pt x="2667" y="3588"/>
                  </a:lnTo>
                  <a:lnTo>
                    <a:pt x="2744" y="3550"/>
                  </a:lnTo>
                  <a:lnTo>
                    <a:pt x="2823" y="3507"/>
                  </a:lnTo>
                  <a:lnTo>
                    <a:pt x="2931" y="3440"/>
                  </a:lnTo>
                  <a:lnTo>
                    <a:pt x="3033" y="3368"/>
                  </a:lnTo>
                  <a:lnTo>
                    <a:pt x="3127" y="3292"/>
                  </a:lnTo>
                  <a:lnTo>
                    <a:pt x="3215" y="3210"/>
                  </a:lnTo>
                  <a:lnTo>
                    <a:pt x="3297" y="3123"/>
                  </a:lnTo>
                  <a:lnTo>
                    <a:pt x="3373" y="3029"/>
                  </a:lnTo>
                  <a:lnTo>
                    <a:pt x="3445" y="2927"/>
                  </a:lnTo>
                  <a:lnTo>
                    <a:pt x="3512" y="2819"/>
                  </a:lnTo>
                  <a:lnTo>
                    <a:pt x="3572" y="2707"/>
                  </a:lnTo>
                  <a:lnTo>
                    <a:pt x="3624" y="2595"/>
                  </a:lnTo>
                  <a:lnTo>
                    <a:pt x="3667" y="2482"/>
                  </a:lnTo>
                  <a:lnTo>
                    <a:pt x="3702" y="2367"/>
                  </a:lnTo>
                  <a:lnTo>
                    <a:pt x="3729" y="2250"/>
                  </a:lnTo>
                  <a:lnTo>
                    <a:pt x="3748" y="2131"/>
                  </a:lnTo>
                  <a:lnTo>
                    <a:pt x="3760" y="2008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0" y="1753"/>
                  </a:lnTo>
                  <a:lnTo>
                    <a:pt x="3749" y="1630"/>
                  </a:lnTo>
                  <a:lnTo>
                    <a:pt x="3730" y="1510"/>
                  </a:lnTo>
                  <a:lnTo>
                    <a:pt x="3703" y="1393"/>
                  </a:lnTo>
                  <a:lnTo>
                    <a:pt x="3668" y="1278"/>
                  </a:lnTo>
                  <a:lnTo>
                    <a:pt x="3624" y="1165"/>
                  </a:lnTo>
                  <a:lnTo>
                    <a:pt x="3573" y="1052"/>
                  </a:lnTo>
                  <a:lnTo>
                    <a:pt x="3512" y="940"/>
                  </a:lnTo>
                  <a:lnTo>
                    <a:pt x="3445" y="831"/>
                  </a:lnTo>
                  <a:lnTo>
                    <a:pt x="3373" y="730"/>
                  </a:lnTo>
                  <a:lnTo>
                    <a:pt x="3297" y="636"/>
                  </a:lnTo>
                  <a:lnTo>
                    <a:pt x="3215" y="548"/>
                  </a:lnTo>
                  <a:lnTo>
                    <a:pt x="3127" y="467"/>
                  </a:lnTo>
                  <a:lnTo>
                    <a:pt x="3033" y="390"/>
                  </a:lnTo>
                  <a:lnTo>
                    <a:pt x="2932" y="319"/>
                  </a:lnTo>
                  <a:lnTo>
                    <a:pt x="2823" y="252"/>
                  </a:lnTo>
                  <a:lnTo>
                    <a:pt x="2711" y="191"/>
                  </a:lnTo>
                  <a:lnTo>
                    <a:pt x="2598" y="140"/>
                  </a:lnTo>
                  <a:lnTo>
                    <a:pt x="2485" y="96"/>
                  </a:lnTo>
                  <a:lnTo>
                    <a:pt x="2370" y="61"/>
                  </a:lnTo>
                  <a:lnTo>
                    <a:pt x="2253" y="34"/>
                  </a:lnTo>
                  <a:lnTo>
                    <a:pt x="2133" y="15"/>
                  </a:lnTo>
                  <a:lnTo>
                    <a:pt x="2009" y="4"/>
                  </a:lnTo>
                  <a:lnTo>
                    <a:pt x="1882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8377560" y="5267520"/>
              <a:ext cx="636120" cy="159120"/>
            </a:xfrm>
            <a:custGeom>
              <a:avLst/>
              <a:gdLst/>
              <a:ahLst/>
              <a:rect l="0" t="0" r="r" b="b"/>
              <a:pathLst>
                <a:path w="1767" h="442">
                  <a:moveTo>
                    <a:pt x="884" y="442"/>
                  </a:moveTo>
                  <a:lnTo>
                    <a:pt x="1546" y="442"/>
                  </a:lnTo>
                  <a:lnTo>
                    <a:pt x="1569" y="441"/>
                  </a:lnTo>
                  <a:lnTo>
                    <a:pt x="1590" y="437"/>
                  </a:lnTo>
                  <a:lnTo>
                    <a:pt x="1612" y="432"/>
                  </a:lnTo>
                  <a:lnTo>
                    <a:pt x="1632" y="425"/>
                  </a:lnTo>
                  <a:lnTo>
                    <a:pt x="1651" y="415"/>
                  </a:lnTo>
                  <a:lnTo>
                    <a:pt x="1669" y="404"/>
                  </a:lnTo>
                  <a:lnTo>
                    <a:pt x="1686" y="391"/>
                  </a:lnTo>
                  <a:lnTo>
                    <a:pt x="1702" y="377"/>
                  </a:lnTo>
                  <a:lnTo>
                    <a:pt x="1716" y="362"/>
                  </a:lnTo>
                  <a:lnTo>
                    <a:pt x="1729" y="345"/>
                  </a:lnTo>
                  <a:lnTo>
                    <a:pt x="1740" y="326"/>
                  </a:lnTo>
                  <a:lnTo>
                    <a:pt x="1750" y="307"/>
                  </a:lnTo>
                  <a:lnTo>
                    <a:pt x="1757" y="287"/>
                  </a:lnTo>
                  <a:lnTo>
                    <a:pt x="1762" y="266"/>
                  </a:lnTo>
                  <a:lnTo>
                    <a:pt x="1766" y="244"/>
                  </a:lnTo>
                  <a:lnTo>
                    <a:pt x="1767" y="221"/>
                  </a:lnTo>
                  <a:lnTo>
                    <a:pt x="1766" y="198"/>
                  </a:lnTo>
                  <a:lnTo>
                    <a:pt x="1762" y="176"/>
                  </a:lnTo>
                  <a:lnTo>
                    <a:pt x="1757" y="155"/>
                  </a:lnTo>
                  <a:lnTo>
                    <a:pt x="1750" y="135"/>
                  </a:lnTo>
                  <a:lnTo>
                    <a:pt x="1740" y="116"/>
                  </a:lnTo>
                  <a:lnTo>
                    <a:pt x="1729" y="97"/>
                  </a:lnTo>
                  <a:lnTo>
                    <a:pt x="1716" y="80"/>
                  </a:lnTo>
                  <a:lnTo>
                    <a:pt x="1702" y="65"/>
                  </a:lnTo>
                  <a:lnTo>
                    <a:pt x="1686" y="50"/>
                  </a:lnTo>
                  <a:lnTo>
                    <a:pt x="1669" y="38"/>
                  </a:lnTo>
                  <a:lnTo>
                    <a:pt x="1651" y="27"/>
                  </a:lnTo>
                  <a:lnTo>
                    <a:pt x="1632" y="17"/>
                  </a:lnTo>
                  <a:lnTo>
                    <a:pt x="1612" y="10"/>
                  </a:lnTo>
                  <a:lnTo>
                    <a:pt x="1590" y="4"/>
                  </a:lnTo>
                  <a:lnTo>
                    <a:pt x="1569" y="1"/>
                  </a:lnTo>
                  <a:lnTo>
                    <a:pt x="1546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884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8439120" y="5424480"/>
              <a:ext cx="513360" cy="158760"/>
            </a:xfrm>
            <a:custGeom>
              <a:avLst/>
              <a:gdLst/>
              <a:ahLst/>
              <a:rect l="0" t="0" r="r" b="b"/>
              <a:pathLst>
                <a:path w="1426" h="441">
                  <a:moveTo>
                    <a:pt x="713" y="441"/>
                  </a:moveTo>
                  <a:lnTo>
                    <a:pt x="1205" y="441"/>
                  </a:lnTo>
                  <a:lnTo>
                    <a:pt x="1228" y="440"/>
                  </a:lnTo>
                  <a:lnTo>
                    <a:pt x="1249" y="436"/>
                  </a:lnTo>
                  <a:lnTo>
                    <a:pt x="1271" y="431"/>
                  </a:lnTo>
                  <a:lnTo>
                    <a:pt x="1291" y="424"/>
                  </a:lnTo>
                  <a:lnTo>
                    <a:pt x="1310" y="414"/>
                  </a:lnTo>
                  <a:lnTo>
                    <a:pt x="1328" y="403"/>
                  </a:lnTo>
                  <a:lnTo>
                    <a:pt x="1346" y="391"/>
                  </a:lnTo>
                  <a:lnTo>
                    <a:pt x="1361" y="376"/>
                  </a:lnTo>
                  <a:lnTo>
                    <a:pt x="1375" y="361"/>
                  </a:lnTo>
                  <a:lnTo>
                    <a:pt x="1388" y="344"/>
                  </a:lnTo>
                  <a:lnTo>
                    <a:pt x="1399" y="326"/>
                  </a:lnTo>
                  <a:lnTo>
                    <a:pt x="1409" y="306"/>
                  </a:lnTo>
                  <a:lnTo>
                    <a:pt x="1416" y="286"/>
                  </a:lnTo>
                  <a:lnTo>
                    <a:pt x="1421" y="265"/>
                  </a:lnTo>
                  <a:lnTo>
                    <a:pt x="1425" y="243"/>
                  </a:lnTo>
                  <a:lnTo>
                    <a:pt x="1426" y="221"/>
                  </a:lnTo>
                  <a:lnTo>
                    <a:pt x="1426" y="221"/>
                  </a:lnTo>
                  <a:lnTo>
                    <a:pt x="1425" y="198"/>
                  </a:lnTo>
                  <a:lnTo>
                    <a:pt x="1421" y="176"/>
                  </a:lnTo>
                  <a:lnTo>
                    <a:pt x="1416" y="155"/>
                  </a:lnTo>
                  <a:lnTo>
                    <a:pt x="1409" y="135"/>
                  </a:lnTo>
                  <a:lnTo>
                    <a:pt x="1399" y="116"/>
                  </a:lnTo>
                  <a:lnTo>
                    <a:pt x="1388" y="97"/>
                  </a:lnTo>
                  <a:lnTo>
                    <a:pt x="1375" y="80"/>
                  </a:lnTo>
                  <a:lnTo>
                    <a:pt x="1361" y="65"/>
                  </a:lnTo>
                  <a:lnTo>
                    <a:pt x="1346" y="50"/>
                  </a:lnTo>
                  <a:lnTo>
                    <a:pt x="1328" y="38"/>
                  </a:lnTo>
                  <a:lnTo>
                    <a:pt x="1310" y="27"/>
                  </a:lnTo>
                  <a:lnTo>
                    <a:pt x="1291" y="17"/>
                  </a:lnTo>
                  <a:lnTo>
                    <a:pt x="1271" y="10"/>
                  </a:lnTo>
                  <a:lnTo>
                    <a:pt x="1249" y="4"/>
                  </a:lnTo>
                  <a:lnTo>
                    <a:pt x="1228" y="1"/>
                  </a:lnTo>
                  <a:lnTo>
                    <a:pt x="1205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3"/>
                  </a:lnTo>
                  <a:lnTo>
                    <a:pt x="4" y="265"/>
                  </a:lnTo>
                  <a:lnTo>
                    <a:pt x="10" y="286"/>
                  </a:lnTo>
                  <a:lnTo>
                    <a:pt x="17" y="306"/>
                  </a:lnTo>
                  <a:lnTo>
                    <a:pt x="27" y="326"/>
                  </a:lnTo>
                  <a:lnTo>
                    <a:pt x="38" y="344"/>
                  </a:lnTo>
                  <a:lnTo>
                    <a:pt x="50" y="361"/>
                  </a:lnTo>
                  <a:lnTo>
                    <a:pt x="65" y="376"/>
                  </a:lnTo>
                  <a:lnTo>
                    <a:pt x="80" y="391"/>
                  </a:lnTo>
                  <a:lnTo>
                    <a:pt x="97" y="403"/>
                  </a:lnTo>
                  <a:lnTo>
                    <a:pt x="116" y="414"/>
                  </a:lnTo>
                  <a:lnTo>
                    <a:pt x="135" y="424"/>
                  </a:lnTo>
                  <a:lnTo>
                    <a:pt x="155" y="431"/>
                  </a:lnTo>
                  <a:lnTo>
                    <a:pt x="176" y="436"/>
                  </a:lnTo>
                  <a:lnTo>
                    <a:pt x="198" y="440"/>
                  </a:lnTo>
                  <a:lnTo>
                    <a:pt x="221" y="441"/>
                  </a:lnTo>
                  <a:lnTo>
                    <a:pt x="713" y="441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8388720" y="4087440"/>
              <a:ext cx="621000" cy="1180440"/>
            </a:xfrm>
            <a:custGeom>
              <a:avLst/>
              <a:gdLst/>
              <a:ahLst/>
              <a:rect l="0" t="0" r="r" b="b"/>
              <a:pathLst>
                <a:path w="1725" h="3279">
                  <a:moveTo>
                    <a:pt x="626" y="3279"/>
                  </a:moveTo>
                  <a:lnTo>
                    <a:pt x="640" y="2451"/>
                  </a:lnTo>
                  <a:lnTo>
                    <a:pt x="648" y="2015"/>
                  </a:lnTo>
                  <a:lnTo>
                    <a:pt x="657" y="1734"/>
                  </a:lnTo>
                  <a:lnTo>
                    <a:pt x="663" y="1683"/>
                  </a:lnTo>
                  <a:lnTo>
                    <a:pt x="675" y="1636"/>
                  </a:lnTo>
                  <a:lnTo>
                    <a:pt x="693" y="1591"/>
                  </a:lnTo>
                  <a:lnTo>
                    <a:pt x="715" y="1548"/>
                  </a:lnTo>
                  <a:lnTo>
                    <a:pt x="742" y="1508"/>
                  </a:lnTo>
                  <a:lnTo>
                    <a:pt x="774" y="1469"/>
                  </a:lnTo>
                  <a:lnTo>
                    <a:pt x="848" y="1397"/>
                  </a:lnTo>
                  <a:lnTo>
                    <a:pt x="934" y="1331"/>
                  </a:lnTo>
                  <a:lnTo>
                    <a:pt x="1029" y="1268"/>
                  </a:lnTo>
                  <a:lnTo>
                    <a:pt x="1231" y="1147"/>
                  </a:lnTo>
                  <a:lnTo>
                    <a:pt x="1428" y="1023"/>
                  </a:lnTo>
                  <a:lnTo>
                    <a:pt x="1516" y="956"/>
                  </a:lnTo>
                  <a:lnTo>
                    <a:pt x="1593" y="882"/>
                  </a:lnTo>
                  <a:lnTo>
                    <a:pt x="1626" y="843"/>
                  </a:lnTo>
                  <a:lnTo>
                    <a:pt x="1655" y="802"/>
                  </a:lnTo>
                  <a:lnTo>
                    <a:pt x="1680" y="758"/>
                  </a:lnTo>
                  <a:lnTo>
                    <a:pt x="1699" y="712"/>
                  </a:lnTo>
                  <a:lnTo>
                    <a:pt x="1714" y="663"/>
                  </a:lnTo>
                  <a:lnTo>
                    <a:pt x="1722" y="612"/>
                  </a:lnTo>
                  <a:lnTo>
                    <a:pt x="1725" y="557"/>
                  </a:lnTo>
                  <a:lnTo>
                    <a:pt x="1721" y="500"/>
                  </a:lnTo>
                  <a:lnTo>
                    <a:pt x="1712" y="454"/>
                  </a:lnTo>
                  <a:lnTo>
                    <a:pt x="1698" y="413"/>
                  </a:lnTo>
                  <a:lnTo>
                    <a:pt x="1678" y="378"/>
                  </a:lnTo>
                  <a:lnTo>
                    <a:pt x="1655" y="348"/>
                  </a:lnTo>
                  <a:lnTo>
                    <a:pt x="1627" y="322"/>
                  </a:lnTo>
                  <a:lnTo>
                    <a:pt x="1595" y="302"/>
                  </a:lnTo>
                  <a:lnTo>
                    <a:pt x="1560" y="286"/>
                  </a:lnTo>
                  <a:lnTo>
                    <a:pt x="1522" y="274"/>
                  </a:lnTo>
                  <a:lnTo>
                    <a:pt x="1482" y="267"/>
                  </a:lnTo>
                  <a:lnTo>
                    <a:pt x="1440" y="263"/>
                  </a:lnTo>
                  <a:lnTo>
                    <a:pt x="1351" y="266"/>
                  </a:lnTo>
                  <a:lnTo>
                    <a:pt x="1258" y="282"/>
                  </a:lnTo>
                  <a:lnTo>
                    <a:pt x="1167" y="309"/>
                  </a:lnTo>
                  <a:lnTo>
                    <a:pt x="1078" y="346"/>
                  </a:lnTo>
                  <a:lnTo>
                    <a:pt x="997" y="390"/>
                  </a:lnTo>
                  <a:lnTo>
                    <a:pt x="926" y="440"/>
                  </a:lnTo>
                  <a:lnTo>
                    <a:pt x="896" y="467"/>
                  </a:lnTo>
                  <a:lnTo>
                    <a:pt x="869" y="495"/>
                  </a:lnTo>
                  <a:lnTo>
                    <a:pt x="847" y="523"/>
                  </a:lnTo>
                  <a:lnTo>
                    <a:pt x="829" y="552"/>
                  </a:lnTo>
                  <a:lnTo>
                    <a:pt x="816" y="581"/>
                  </a:lnTo>
                  <a:lnTo>
                    <a:pt x="809" y="610"/>
                  </a:lnTo>
                  <a:lnTo>
                    <a:pt x="808" y="638"/>
                  </a:lnTo>
                  <a:lnTo>
                    <a:pt x="813" y="666"/>
                  </a:lnTo>
                  <a:lnTo>
                    <a:pt x="825" y="694"/>
                  </a:lnTo>
                  <a:lnTo>
                    <a:pt x="844" y="721"/>
                  </a:lnTo>
                  <a:lnTo>
                    <a:pt x="861" y="738"/>
                  </a:lnTo>
                  <a:lnTo>
                    <a:pt x="879" y="752"/>
                  </a:lnTo>
                  <a:lnTo>
                    <a:pt x="896" y="762"/>
                  </a:lnTo>
                  <a:lnTo>
                    <a:pt x="913" y="768"/>
                  </a:lnTo>
                  <a:lnTo>
                    <a:pt x="929" y="770"/>
                  </a:lnTo>
                  <a:lnTo>
                    <a:pt x="945" y="769"/>
                  </a:lnTo>
                  <a:lnTo>
                    <a:pt x="961" y="765"/>
                  </a:lnTo>
                  <a:lnTo>
                    <a:pt x="976" y="758"/>
                  </a:lnTo>
                  <a:lnTo>
                    <a:pt x="990" y="748"/>
                  </a:lnTo>
                  <a:lnTo>
                    <a:pt x="1004" y="736"/>
                  </a:lnTo>
                  <a:lnTo>
                    <a:pt x="1016" y="721"/>
                  </a:lnTo>
                  <a:lnTo>
                    <a:pt x="1028" y="704"/>
                  </a:lnTo>
                  <a:lnTo>
                    <a:pt x="1049" y="663"/>
                  </a:lnTo>
                  <a:lnTo>
                    <a:pt x="1065" y="617"/>
                  </a:lnTo>
                  <a:lnTo>
                    <a:pt x="1075" y="565"/>
                  </a:lnTo>
                  <a:lnTo>
                    <a:pt x="1080" y="509"/>
                  </a:lnTo>
                  <a:lnTo>
                    <a:pt x="1078" y="452"/>
                  </a:lnTo>
                  <a:lnTo>
                    <a:pt x="1069" y="395"/>
                  </a:lnTo>
                  <a:lnTo>
                    <a:pt x="1053" y="338"/>
                  </a:lnTo>
                  <a:lnTo>
                    <a:pt x="1027" y="284"/>
                  </a:lnTo>
                  <a:lnTo>
                    <a:pt x="1011" y="259"/>
                  </a:lnTo>
                  <a:lnTo>
                    <a:pt x="993" y="235"/>
                  </a:lnTo>
                  <a:lnTo>
                    <a:pt x="972" y="212"/>
                  </a:lnTo>
                  <a:lnTo>
                    <a:pt x="949" y="191"/>
                  </a:lnTo>
                  <a:lnTo>
                    <a:pt x="918" y="167"/>
                  </a:lnTo>
                  <a:lnTo>
                    <a:pt x="877" y="142"/>
                  </a:lnTo>
                  <a:lnTo>
                    <a:pt x="828" y="114"/>
                  </a:lnTo>
                  <a:lnTo>
                    <a:pt x="772" y="87"/>
                  </a:lnTo>
                  <a:lnTo>
                    <a:pt x="710" y="61"/>
                  </a:lnTo>
                  <a:lnTo>
                    <a:pt x="644" y="38"/>
                  </a:lnTo>
                  <a:lnTo>
                    <a:pt x="574" y="19"/>
                  </a:lnTo>
                  <a:lnTo>
                    <a:pt x="503" y="6"/>
                  </a:lnTo>
                  <a:lnTo>
                    <a:pt x="431" y="0"/>
                  </a:lnTo>
                  <a:lnTo>
                    <a:pt x="359" y="2"/>
                  </a:lnTo>
                  <a:lnTo>
                    <a:pt x="290" y="14"/>
                  </a:lnTo>
                  <a:lnTo>
                    <a:pt x="256" y="24"/>
                  </a:lnTo>
                  <a:lnTo>
                    <a:pt x="224" y="37"/>
                  </a:lnTo>
                  <a:lnTo>
                    <a:pt x="192" y="53"/>
                  </a:lnTo>
                  <a:lnTo>
                    <a:pt x="162" y="73"/>
                  </a:lnTo>
                  <a:lnTo>
                    <a:pt x="133" y="96"/>
                  </a:lnTo>
                  <a:lnTo>
                    <a:pt x="106" y="122"/>
                  </a:lnTo>
                  <a:lnTo>
                    <a:pt x="81" y="153"/>
                  </a:lnTo>
                  <a:lnTo>
                    <a:pt x="58" y="187"/>
                  </a:lnTo>
                  <a:lnTo>
                    <a:pt x="37" y="226"/>
                  </a:lnTo>
                  <a:lnTo>
                    <a:pt x="18" y="269"/>
                  </a:lnTo>
                  <a:lnTo>
                    <a:pt x="5" y="312"/>
                  </a:lnTo>
                  <a:lnTo>
                    <a:pt x="0" y="356"/>
                  </a:lnTo>
                  <a:lnTo>
                    <a:pt x="2" y="400"/>
                  </a:lnTo>
                  <a:lnTo>
                    <a:pt x="10" y="445"/>
                  </a:lnTo>
                  <a:lnTo>
                    <a:pt x="25" y="489"/>
                  </a:lnTo>
                  <a:lnTo>
                    <a:pt x="46" y="534"/>
                  </a:lnTo>
                  <a:lnTo>
                    <a:pt x="102" y="625"/>
                  </a:lnTo>
                  <a:lnTo>
                    <a:pt x="176" y="716"/>
                  </a:lnTo>
                  <a:lnTo>
                    <a:pt x="263" y="807"/>
                  </a:lnTo>
                  <a:lnTo>
                    <a:pt x="463" y="990"/>
                  </a:lnTo>
                  <a:lnTo>
                    <a:pt x="674" y="1171"/>
                  </a:lnTo>
                  <a:lnTo>
                    <a:pt x="864" y="1347"/>
                  </a:lnTo>
                  <a:lnTo>
                    <a:pt x="942" y="1433"/>
                  </a:lnTo>
                  <a:lnTo>
                    <a:pt x="1004" y="1517"/>
                  </a:lnTo>
                  <a:lnTo>
                    <a:pt x="1027" y="1558"/>
                  </a:lnTo>
                  <a:lnTo>
                    <a:pt x="1046" y="1599"/>
                  </a:lnTo>
                  <a:lnTo>
                    <a:pt x="1058" y="1639"/>
                  </a:lnTo>
                  <a:lnTo>
                    <a:pt x="1064" y="1679"/>
                  </a:lnTo>
                  <a:lnTo>
                    <a:pt x="1068" y="1831"/>
                  </a:lnTo>
                  <a:lnTo>
                    <a:pt x="1068" y="2051"/>
                  </a:lnTo>
                  <a:lnTo>
                    <a:pt x="1058" y="2587"/>
                  </a:lnTo>
                  <a:lnTo>
                    <a:pt x="1038" y="3279"/>
                  </a:lnTo>
                  <a:lnTo>
                    <a:pt x="626" y="3279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8695800" y="3038040"/>
              <a:ext cx="0" cy="232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8" name=""/>
            <p:cNvSpPr/>
            <p:nvPr/>
          </p:nvSpPr>
          <p:spPr>
            <a:xfrm flipH="1">
              <a:off x="9498240" y="33742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9" name=""/>
            <p:cNvSpPr/>
            <p:nvPr/>
          </p:nvSpPr>
          <p:spPr>
            <a:xfrm flipH="1">
              <a:off x="9684720" y="4273200"/>
              <a:ext cx="23256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7728840" y="3374280"/>
              <a:ext cx="16452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7474320" y="4273200"/>
              <a:ext cx="23256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12" name=""/>
          <p:cNvGrpSpPr/>
          <p:nvPr/>
        </p:nvGrpSpPr>
        <p:grpSpPr>
          <a:xfrm>
            <a:off x="562320" y="541080"/>
            <a:ext cx="8785080" cy="4528080"/>
            <a:chOff x="562320" y="541080"/>
            <a:chExt cx="8785080" cy="4528080"/>
          </a:xfrm>
        </p:grpSpPr>
        <p:sp>
          <p:nvSpPr>
            <p:cNvPr id="313" name=""/>
            <p:cNvSpPr/>
            <p:nvPr/>
          </p:nvSpPr>
          <p:spPr>
            <a:xfrm flipH="1">
              <a:off x="4486320" y="577800"/>
              <a:ext cx="196560" cy="1224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4523400" y="541080"/>
              <a:ext cx="122400" cy="1962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3875040" y="3873240"/>
              <a:ext cx="190080" cy="190080"/>
            </a:xfrm>
            <a:custGeom>
              <a:avLst/>
              <a:gdLst/>
              <a:ahLst/>
              <a:rect l="0" t="0" r="r" b="b"/>
              <a:pathLst>
                <a:path w="528" h="528">
                  <a:moveTo>
                    <a:pt x="528" y="264"/>
                  </a:moveTo>
                  <a:lnTo>
                    <a:pt x="527" y="282"/>
                  </a:lnTo>
                  <a:lnTo>
                    <a:pt x="526" y="299"/>
                  </a:lnTo>
                  <a:lnTo>
                    <a:pt x="523" y="316"/>
                  </a:lnTo>
                  <a:lnTo>
                    <a:pt x="520" y="333"/>
                  </a:lnTo>
                  <a:lnTo>
                    <a:pt x="515" y="349"/>
                  </a:lnTo>
                  <a:lnTo>
                    <a:pt x="509" y="365"/>
                  </a:lnTo>
                  <a:lnTo>
                    <a:pt x="502" y="380"/>
                  </a:lnTo>
                  <a:lnTo>
                    <a:pt x="493" y="396"/>
                  </a:lnTo>
                  <a:lnTo>
                    <a:pt x="484" y="411"/>
                  </a:lnTo>
                  <a:lnTo>
                    <a:pt x="473" y="425"/>
                  </a:lnTo>
                  <a:lnTo>
                    <a:pt x="463" y="439"/>
                  </a:lnTo>
                  <a:lnTo>
                    <a:pt x="451" y="451"/>
                  </a:lnTo>
                  <a:lnTo>
                    <a:pt x="439" y="463"/>
                  </a:lnTo>
                  <a:lnTo>
                    <a:pt x="425" y="473"/>
                  </a:lnTo>
                  <a:lnTo>
                    <a:pt x="411" y="483"/>
                  </a:lnTo>
                  <a:lnTo>
                    <a:pt x="396" y="493"/>
                  </a:lnTo>
                  <a:lnTo>
                    <a:pt x="380" y="502"/>
                  </a:lnTo>
                  <a:lnTo>
                    <a:pt x="364" y="509"/>
                  </a:lnTo>
                  <a:lnTo>
                    <a:pt x="349" y="515"/>
                  </a:lnTo>
                  <a:lnTo>
                    <a:pt x="332" y="520"/>
                  </a:lnTo>
                  <a:lnTo>
                    <a:pt x="316" y="523"/>
                  </a:lnTo>
                  <a:lnTo>
                    <a:pt x="299" y="526"/>
                  </a:lnTo>
                  <a:lnTo>
                    <a:pt x="282" y="527"/>
                  </a:lnTo>
                  <a:lnTo>
                    <a:pt x="264" y="528"/>
                  </a:lnTo>
                  <a:lnTo>
                    <a:pt x="246" y="527"/>
                  </a:lnTo>
                  <a:lnTo>
                    <a:pt x="229" y="526"/>
                  </a:lnTo>
                  <a:lnTo>
                    <a:pt x="212" y="523"/>
                  </a:lnTo>
                  <a:lnTo>
                    <a:pt x="196" y="520"/>
                  </a:lnTo>
                  <a:lnTo>
                    <a:pt x="179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3"/>
                  </a:lnTo>
                  <a:lnTo>
                    <a:pt x="103" y="473"/>
                  </a:lnTo>
                  <a:lnTo>
                    <a:pt x="90" y="463"/>
                  </a:lnTo>
                  <a:lnTo>
                    <a:pt x="77" y="451"/>
                  </a:lnTo>
                  <a:lnTo>
                    <a:pt x="66" y="439"/>
                  </a:lnTo>
                  <a:lnTo>
                    <a:pt x="55" y="425"/>
                  </a:lnTo>
                  <a:lnTo>
                    <a:pt x="45" y="411"/>
                  </a:lnTo>
                  <a:lnTo>
                    <a:pt x="36" y="396"/>
                  </a:lnTo>
                  <a:lnTo>
                    <a:pt x="27" y="380"/>
                  </a:lnTo>
                  <a:lnTo>
                    <a:pt x="20" y="364"/>
                  </a:lnTo>
                  <a:lnTo>
                    <a:pt x="14" y="349"/>
                  </a:lnTo>
                  <a:lnTo>
                    <a:pt x="9" y="332"/>
                  </a:lnTo>
                  <a:lnTo>
                    <a:pt x="5" y="316"/>
                  </a:lnTo>
                  <a:lnTo>
                    <a:pt x="2" y="299"/>
                  </a:lnTo>
                  <a:lnTo>
                    <a:pt x="1" y="282"/>
                  </a:lnTo>
                  <a:lnTo>
                    <a:pt x="0" y="264"/>
                  </a:lnTo>
                  <a:lnTo>
                    <a:pt x="1" y="246"/>
                  </a:lnTo>
                  <a:lnTo>
                    <a:pt x="2" y="229"/>
                  </a:lnTo>
                  <a:lnTo>
                    <a:pt x="5" y="212"/>
                  </a:lnTo>
                  <a:lnTo>
                    <a:pt x="9" y="196"/>
                  </a:lnTo>
                  <a:lnTo>
                    <a:pt x="14" y="179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7" y="77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6" y="1"/>
                  </a:lnTo>
                  <a:lnTo>
                    <a:pt x="264" y="0"/>
                  </a:lnTo>
                  <a:lnTo>
                    <a:pt x="282" y="1"/>
                  </a:lnTo>
                  <a:lnTo>
                    <a:pt x="299" y="2"/>
                  </a:lnTo>
                  <a:lnTo>
                    <a:pt x="316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0" y="27"/>
                  </a:lnTo>
                  <a:lnTo>
                    <a:pt x="396" y="36"/>
                  </a:lnTo>
                  <a:lnTo>
                    <a:pt x="411" y="45"/>
                  </a:lnTo>
                  <a:lnTo>
                    <a:pt x="425" y="55"/>
                  </a:lnTo>
                  <a:lnTo>
                    <a:pt x="439" y="66"/>
                  </a:lnTo>
                  <a:lnTo>
                    <a:pt x="451" y="77"/>
                  </a:lnTo>
                  <a:lnTo>
                    <a:pt x="463" y="90"/>
                  </a:lnTo>
                  <a:lnTo>
                    <a:pt x="473" y="103"/>
                  </a:lnTo>
                  <a:lnTo>
                    <a:pt x="484" y="117"/>
                  </a:lnTo>
                  <a:lnTo>
                    <a:pt x="493" y="132"/>
                  </a:lnTo>
                  <a:lnTo>
                    <a:pt x="502" y="148"/>
                  </a:lnTo>
                  <a:lnTo>
                    <a:pt x="509" y="164"/>
                  </a:lnTo>
                  <a:lnTo>
                    <a:pt x="515" y="180"/>
                  </a:lnTo>
                  <a:lnTo>
                    <a:pt x="520" y="196"/>
                  </a:lnTo>
                  <a:lnTo>
                    <a:pt x="523" y="212"/>
                  </a:lnTo>
                  <a:lnTo>
                    <a:pt x="526" y="229"/>
                  </a:lnTo>
                  <a:lnTo>
                    <a:pt x="527" y="246"/>
                  </a:lnTo>
                  <a:lnTo>
                    <a:pt x="528" y="264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6381720" y="2107440"/>
              <a:ext cx="167400" cy="180360"/>
            </a:xfrm>
            <a:custGeom>
              <a:avLst/>
              <a:gdLst/>
              <a:ahLst/>
              <a:rect l="0" t="0" r="r" b="b"/>
              <a:pathLst>
                <a:path w="465" h="501">
                  <a:moveTo>
                    <a:pt x="0" y="229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9227160" y="1134720"/>
              <a:ext cx="5796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8" name=""/>
            <p:cNvSpPr/>
            <p:nvPr/>
          </p:nvSpPr>
          <p:spPr>
            <a:xfrm flipV="1">
              <a:off x="9164520" y="1197000"/>
              <a:ext cx="18288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562320" y="4888800"/>
              <a:ext cx="167400" cy="180360"/>
            </a:xfrm>
            <a:custGeom>
              <a:avLst/>
              <a:gdLst/>
              <a:ahLst/>
              <a:rect l="0" t="0" r="r" b="b"/>
              <a:pathLst>
                <a:path w="465" h="501">
                  <a:moveTo>
                    <a:pt x="0" y="230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20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21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22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3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4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5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6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7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8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9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0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331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332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3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4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5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6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7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8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9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40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dt" idx="25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ftr" idx="26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sldNum" idx="27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DC78794-8B76-4B95-AE28-F66C774D4A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47" name=""/>
          <p:cNvGrpSpPr/>
          <p:nvPr/>
        </p:nvGrpSpPr>
        <p:grpSpPr>
          <a:xfrm>
            <a:off x="152640" y="291960"/>
            <a:ext cx="9273600" cy="4825080"/>
            <a:chOff x="152640" y="291960"/>
            <a:chExt cx="9273600" cy="4825080"/>
          </a:xfrm>
        </p:grpSpPr>
        <p:sp>
          <p:nvSpPr>
            <p:cNvPr id="348" name=""/>
            <p:cNvSpPr/>
            <p:nvPr/>
          </p:nvSpPr>
          <p:spPr>
            <a:xfrm flipH="1"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5675400" y="12682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7669440" y="445248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4"/>
                  </a:lnTo>
                  <a:lnTo>
                    <a:pt x="413" y="484"/>
                  </a:lnTo>
                  <a:lnTo>
                    <a:pt x="398" y="494"/>
                  </a:lnTo>
                  <a:lnTo>
                    <a:pt x="382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3"/>
                  </a:lnTo>
                  <a:lnTo>
                    <a:pt x="133" y="494"/>
                  </a:lnTo>
                  <a:lnTo>
                    <a:pt x="118" y="484"/>
                  </a:lnTo>
                  <a:lnTo>
                    <a:pt x="103" y="474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2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2" name=""/>
            <p:cNvSpPr/>
            <p:nvPr/>
          </p:nvSpPr>
          <p:spPr>
            <a:xfrm flipH="1"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152640" y="111204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4"/>
                  </a:lnTo>
                  <a:lnTo>
                    <a:pt x="382" y="502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2"/>
                  </a:lnTo>
                  <a:lnTo>
                    <a:pt x="133" y="494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5"/>
                  </a:lnTo>
                  <a:lnTo>
                    <a:pt x="14" y="350"/>
                  </a:lnTo>
                  <a:lnTo>
                    <a:pt x="9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3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2"/>
                  </a:lnTo>
                  <a:lnTo>
                    <a:pt x="528" y="229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5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56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57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58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59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0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1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2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3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4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5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366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367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8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9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0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1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2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3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4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5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dt" idx="28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ftr" idx="29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 type="sldNum" idx="30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99A1679-9C56-4F4D-89DE-C0B82A1C3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2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"/>
          <p:cNvGrpSpPr/>
          <p:nvPr/>
        </p:nvGrpSpPr>
        <p:grpSpPr>
          <a:xfrm>
            <a:off x="393120" y="115920"/>
            <a:ext cx="9255240" cy="5311800"/>
            <a:chOff x="393120" y="115920"/>
            <a:chExt cx="9255240" cy="5311800"/>
          </a:xfrm>
        </p:grpSpPr>
        <p:sp>
          <p:nvSpPr>
            <p:cNvPr id="382" name=""/>
            <p:cNvSpPr/>
            <p:nvPr/>
          </p:nvSpPr>
          <p:spPr>
            <a:xfrm>
              <a:off x="1192680" y="28465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7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5" y="511"/>
                  </a:lnTo>
                  <a:lnTo>
                    <a:pt x="349" y="517"/>
                  </a:lnTo>
                  <a:lnTo>
                    <a:pt x="333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1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6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7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1"/>
                  </a:lnTo>
                  <a:lnTo>
                    <a:pt x="20" y="165"/>
                  </a:lnTo>
                  <a:lnTo>
                    <a:pt x="27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6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7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3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5"/>
                  </a:lnTo>
                  <a:lnTo>
                    <a:pt x="516" y="181"/>
                  </a:lnTo>
                  <a:lnTo>
                    <a:pt x="521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3" name=""/>
            <p:cNvSpPr/>
            <p:nvPr/>
          </p:nvSpPr>
          <p:spPr>
            <a:xfrm flipH="1">
              <a:off x="4060800" y="11592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3996360" y="180360"/>
              <a:ext cx="215280" cy="867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8077680" y="524664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662760" y="1063800"/>
              <a:ext cx="168120" cy="180720"/>
            </a:xfrm>
            <a:custGeom>
              <a:avLst/>
              <a:gdLst/>
              <a:ahLst/>
              <a:rect l="0" t="0" r="r" b="b"/>
              <a:pathLst>
                <a:path w="467" h="502">
                  <a:moveTo>
                    <a:pt x="0" y="230"/>
                  </a:moveTo>
                  <a:lnTo>
                    <a:pt x="404" y="502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9468000" y="296640"/>
              <a:ext cx="180360" cy="170280"/>
            </a:xfrm>
            <a:custGeom>
              <a:avLst/>
              <a:gdLst/>
              <a:ahLst/>
              <a:rect l="0" t="0" r="r" b="b"/>
              <a:pathLst>
                <a:path w="501" h="473">
                  <a:moveTo>
                    <a:pt x="217" y="473"/>
                  </a:moveTo>
                  <a:lnTo>
                    <a:pt x="501" y="76"/>
                  </a:lnTo>
                  <a:lnTo>
                    <a:pt x="0" y="0"/>
                  </a:lnTo>
                  <a:lnTo>
                    <a:pt x="217" y="4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 flipH="1">
              <a:off x="457200" y="513108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9" name=""/>
            <p:cNvSpPr/>
            <p:nvPr/>
          </p:nvSpPr>
          <p:spPr>
            <a:xfrm>
              <a:off x="393120" y="5195160"/>
              <a:ext cx="215280" cy="8712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0" name=""/>
            <p:cNvSpPr/>
            <p:nvPr/>
          </p:nvSpPr>
          <p:spPr>
            <a:xfrm>
              <a:off x="7131240" y="6487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4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4"/>
                  </a:lnTo>
                  <a:lnTo>
                    <a:pt x="381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1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3"/>
                  </a:lnTo>
                  <a:lnTo>
                    <a:pt x="132" y="494"/>
                  </a:lnTo>
                  <a:lnTo>
                    <a:pt x="117" y="484"/>
                  </a:lnTo>
                  <a:lnTo>
                    <a:pt x="102" y="474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2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2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4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91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92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93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4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5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6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7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8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9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0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1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402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403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4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5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6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7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8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9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0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1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504000" y="550800"/>
            <a:ext cx="9072000" cy="55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dt" idx="31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 type="ftr" idx="32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sldNum" idx="33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DE1F030-C824-406A-86CC-72326AF64F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18" name=""/>
          <p:cNvGrpSpPr/>
          <p:nvPr/>
        </p:nvGrpSpPr>
        <p:grpSpPr>
          <a:xfrm>
            <a:off x="1088640" y="1080360"/>
            <a:ext cx="2774880" cy="2678040"/>
            <a:chOff x="1088640" y="1080360"/>
            <a:chExt cx="2774880" cy="2678040"/>
          </a:xfrm>
        </p:grpSpPr>
        <p:grpSp>
          <p:nvGrpSpPr>
            <p:cNvPr id="419" name=""/>
            <p:cNvGrpSpPr/>
            <p:nvPr/>
          </p:nvGrpSpPr>
          <p:grpSpPr>
            <a:xfrm>
              <a:off x="1322280" y="1108800"/>
              <a:ext cx="2541240" cy="2649600"/>
              <a:chOff x="1322280" y="1108800"/>
              <a:chExt cx="2541240" cy="2649600"/>
            </a:xfrm>
          </p:grpSpPr>
          <p:sp>
            <p:nvSpPr>
              <p:cNvPr id="420" name=""/>
              <p:cNvSpPr/>
              <p:nvPr/>
            </p:nvSpPr>
            <p:spPr>
              <a:xfrm>
                <a:off x="1888200" y="1732320"/>
                <a:ext cx="1409760" cy="1697760"/>
              </a:xfrm>
              <a:custGeom>
                <a:avLst/>
                <a:gdLst/>
                <a:ahLst/>
                <a:rect l="0" t="0" r="r" b="b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0" y="407"/>
                    </a:lnTo>
                    <a:lnTo>
                      <a:pt x="662" y="487"/>
                    </a:lnTo>
                    <a:lnTo>
                      <a:pt x="571" y="572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0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5" y="3251"/>
                    </a:lnTo>
                    <a:lnTo>
                      <a:pt x="571" y="3342"/>
                    </a:lnTo>
                    <a:lnTo>
                      <a:pt x="662" y="3428"/>
                    </a:lnTo>
                    <a:lnTo>
                      <a:pt x="760" y="3507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4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4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7" y="4648"/>
                    </a:lnTo>
                    <a:lnTo>
                      <a:pt x="2552" y="4632"/>
                    </a:lnTo>
                    <a:lnTo>
                      <a:pt x="2565" y="4614"/>
                    </a:lnTo>
                    <a:lnTo>
                      <a:pt x="2576" y="4595"/>
                    </a:lnTo>
                    <a:lnTo>
                      <a:pt x="2586" y="4575"/>
                    </a:lnTo>
                    <a:lnTo>
                      <a:pt x="2594" y="4554"/>
                    </a:lnTo>
                    <a:lnTo>
                      <a:pt x="2599" y="4532"/>
                    </a:lnTo>
                    <a:lnTo>
                      <a:pt x="2603" y="4509"/>
                    </a:lnTo>
                    <a:lnTo>
                      <a:pt x="2604" y="4486"/>
                    </a:lnTo>
                    <a:lnTo>
                      <a:pt x="2604" y="3807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4" y="3343"/>
                    </a:lnTo>
                    <a:lnTo>
                      <a:pt x="3429" y="3251"/>
                    </a:lnTo>
                    <a:lnTo>
                      <a:pt x="3509" y="3153"/>
                    </a:lnTo>
                    <a:lnTo>
                      <a:pt x="3583" y="3048"/>
                    </a:lnTo>
                    <a:lnTo>
                      <a:pt x="3653" y="2935"/>
                    </a:lnTo>
                    <a:lnTo>
                      <a:pt x="3716" y="2818"/>
                    </a:lnTo>
                    <a:lnTo>
                      <a:pt x="3770" y="2702"/>
                    </a:lnTo>
                    <a:lnTo>
                      <a:pt x="3815" y="2584"/>
                    </a:lnTo>
                    <a:lnTo>
                      <a:pt x="3851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0" y="1572"/>
                    </a:lnTo>
                    <a:lnTo>
                      <a:pt x="3852" y="1450"/>
                    </a:lnTo>
                    <a:lnTo>
                      <a:pt x="3815" y="1331"/>
                    </a:lnTo>
                    <a:lnTo>
                      <a:pt x="3770" y="1213"/>
                    </a:lnTo>
                    <a:lnTo>
                      <a:pt x="3716" y="1096"/>
                    </a:lnTo>
                    <a:lnTo>
                      <a:pt x="3653" y="979"/>
                    </a:lnTo>
                    <a:lnTo>
                      <a:pt x="3583" y="866"/>
                    </a:lnTo>
                    <a:lnTo>
                      <a:pt x="3509" y="761"/>
                    </a:lnTo>
                    <a:lnTo>
                      <a:pt x="3429" y="663"/>
                    </a:lnTo>
                    <a:lnTo>
                      <a:pt x="3344" y="572"/>
                    </a:lnTo>
                    <a:lnTo>
                      <a:pt x="3253" y="487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1" name=""/>
              <p:cNvSpPr/>
              <p:nvPr/>
            </p:nvSpPr>
            <p:spPr>
              <a:xfrm>
                <a:off x="2262240" y="3429720"/>
                <a:ext cx="661680" cy="165240"/>
              </a:xfrm>
              <a:custGeom>
                <a:avLst/>
                <a:gdLst/>
                <a:ahLst/>
                <a:rect l="0" t="0" r="r" b="b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6"/>
                    </a:lnTo>
                    <a:lnTo>
                      <a:pt x="1771" y="391"/>
                    </a:lnTo>
                    <a:lnTo>
                      <a:pt x="1785" y="375"/>
                    </a:lnTo>
                    <a:lnTo>
                      <a:pt x="1799" y="357"/>
                    </a:lnTo>
                    <a:lnTo>
                      <a:pt x="1810" y="338"/>
                    </a:lnTo>
                    <a:lnTo>
                      <a:pt x="1820" y="318"/>
                    </a:lnTo>
                    <a:lnTo>
                      <a:pt x="1828" y="297"/>
                    </a:lnTo>
                    <a:lnTo>
                      <a:pt x="1833" y="275"/>
                    </a:lnTo>
                    <a:lnTo>
                      <a:pt x="1837" y="252"/>
                    </a:lnTo>
                    <a:lnTo>
                      <a:pt x="1838" y="229"/>
                    </a:lnTo>
                    <a:lnTo>
                      <a:pt x="1837" y="206"/>
                    </a:lnTo>
                    <a:lnTo>
                      <a:pt x="1833" y="183"/>
                    </a:lnTo>
                    <a:lnTo>
                      <a:pt x="1828" y="161"/>
                    </a:lnTo>
                    <a:lnTo>
                      <a:pt x="1820" y="140"/>
                    </a:lnTo>
                    <a:lnTo>
                      <a:pt x="1810" y="120"/>
                    </a:lnTo>
                    <a:lnTo>
                      <a:pt x="1799" y="101"/>
                    </a:lnTo>
                    <a:lnTo>
                      <a:pt x="1785" y="83"/>
                    </a:lnTo>
                    <a:lnTo>
                      <a:pt x="1771" y="67"/>
                    </a:lnTo>
                    <a:lnTo>
                      <a:pt x="1754" y="52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29" y="0"/>
                    </a:lnTo>
                    <a:lnTo>
                      <a:pt x="205" y="1"/>
                    </a:lnTo>
                    <a:lnTo>
                      <a:pt x="183" y="5"/>
                    </a:lnTo>
                    <a:lnTo>
                      <a:pt x="161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3" y="52"/>
                    </a:lnTo>
                    <a:lnTo>
                      <a:pt x="67" y="67"/>
                    </a:lnTo>
                    <a:lnTo>
                      <a:pt x="52" y="83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1"/>
                    </a:lnTo>
                    <a:lnTo>
                      <a:pt x="5" y="183"/>
                    </a:lnTo>
                    <a:lnTo>
                      <a:pt x="1" y="206"/>
                    </a:lnTo>
                    <a:lnTo>
                      <a:pt x="0" y="229"/>
                    </a:lnTo>
                    <a:lnTo>
                      <a:pt x="1" y="252"/>
                    </a:lnTo>
                    <a:lnTo>
                      <a:pt x="5" y="275"/>
                    </a:lnTo>
                    <a:lnTo>
                      <a:pt x="10" y="297"/>
                    </a:lnTo>
                    <a:lnTo>
                      <a:pt x="18" y="318"/>
                    </a:lnTo>
                    <a:lnTo>
                      <a:pt x="28" y="338"/>
                    </a:lnTo>
                    <a:lnTo>
                      <a:pt x="39" y="357"/>
                    </a:lnTo>
                    <a:lnTo>
                      <a:pt x="52" y="375"/>
                    </a:lnTo>
                    <a:lnTo>
                      <a:pt x="67" y="391"/>
                    </a:lnTo>
                    <a:lnTo>
                      <a:pt x="83" y="406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1" y="449"/>
                    </a:lnTo>
                    <a:lnTo>
                      <a:pt x="183" y="454"/>
                    </a:lnTo>
                    <a:lnTo>
                      <a:pt x="205" y="458"/>
                    </a:lnTo>
                    <a:lnTo>
                      <a:pt x="229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2" name=""/>
              <p:cNvSpPr/>
              <p:nvPr/>
            </p:nvSpPr>
            <p:spPr>
              <a:xfrm>
                <a:off x="2325960" y="3592800"/>
                <a:ext cx="533880" cy="165600"/>
              </a:xfrm>
              <a:custGeom>
                <a:avLst/>
                <a:gdLst/>
                <a:ahLst/>
                <a:rect l="0" t="0" r="r" b="b"/>
                <a:pathLst>
                  <a:path w="1483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3" y="432"/>
                    </a:lnTo>
                    <a:lnTo>
                      <a:pt x="1382" y="421"/>
                    </a:lnTo>
                    <a:lnTo>
                      <a:pt x="1400" y="407"/>
                    </a:lnTo>
                    <a:lnTo>
                      <a:pt x="1416" y="393"/>
                    </a:lnTo>
                    <a:lnTo>
                      <a:pt x="1431" y="376"/>
                    </a:lnTo>
                    <a:lnTo>
                      <a:pt x="1444" y="359"/>
                    </a:lnTo>
                    <a:lnTo>
                      <a:pt x="1455" y="340"/>
                    </a:lnTo>
                    <a:lnTo>
                      <a:pt x="1465" y="319"/>
                    </a:lnTo>
                    <a:lnTo>
                      <a:pt x="1473" y="298"/>
                    </a:lnTo>
                    <a:lnTo>
                      <a:pt x="1478" y="276"/>
                    </a:lnTo>
                    <a:lnTo>
                      <a:pt x="1482" y="253"/>
                    </a:lnTo>
                    <a:lnTo>
                      <a:pt x="1483" y="230"/>
                    </a:lnTo>
                    <a:lnTo>
                      <a:pt x="1483" y="230"/>
                    </a:lnTo>
                    <a:lnTo>
                      <a:pt x="1482" y="206"/>
                    </a:lnTo>
                    <a:lnTo>
                      <a:pt x="1478" y="184"/>
                    </a:lnTo>
                    <a:lnTo>
                      <a:pt x="1473" y="162"/>
                    </a:lnTo>
                    <a:lnTo>
                      <a:pt x="1465" y="140"/>
                    </a:lnTo>
                    <a:lnTo>
                      <a:pt x="1455" y="120"/>
                    </a:lnTo>
                    <a:lnTo>
                      <a:pt x="1444" y="101"/>
                    </a:lnTo>
                    <a:lnTo>
                      <a:pt x="1431" y="84"/>
                    </a:lnTo>
                    <a:lnTo>
                      <a:pt x="1416" y="67"/>
                    </a:lnTo>
                    <a:lnTo>
                      <a:pt x="1400" y="53"/>
                    </a:lnTo>
                    <a:lnTo>
                      <a:pt x="1382" y="39"/>
                    </a:lnTo>
                    <a:lnTo>
                      <a:pt x="1363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3" name=""/>
              <p:cNvSpPr/>
              <p:nvPr/>
            </p:nvSpPr>
            <p:spPr>
              <a:xfrm>
                <a:off x="2273760" y="2201040"/>
                <a:ext cx="645840" cy="1229040"/>
              </a:xfrm>
              <a:custGeom>
                <a:avLst/>
                <a:gdLst/>
                <a:ahLst/>
                <a:rect l="0" t="0" r="r" b="b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3" y="1612"/>
                    </a:lnTo>
                    <a:lnTo>
                      <a:pt x="772" y="1569"/>
                    </a:lnTo>
                    <a:lnTo>
                      <a:pt x="804" y="1529"/>
                    </a:lnTo>
                    <a:lnTo>
                      <a:pt x="881" y="1454"/>
                    </a:lnTo>
                    <a:lnTo>
                      <a:pt x="971" y="1385"/>
                    </a:lnTo>
                    <a:lnTo>
                      <a:pt x="1069" y="1320"/>
                    </a:lnTo>
                    <a:lnTo>
                      <a:pt x="1280" y="1194"/>
                    </a:lnTo>
                    <a:lnTo>
                      <a:pt x="1484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1" y="278"/>
                    </a:lnTo>
                    <a:lnTo>
                      <a:pt x="1497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3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1" y="486"/>
                    </a:lnTo>
                    <a:lnTo>
                      <a:pt x="903" y="515"/>
                    </a:lnTo>
                    <a:lnTo>
                      <a:pt x="880" y="545"/>
                    </a:lnTo>
                    <a:lnTo>
                      <a:pt x="861" y="574"/>
                    </a:lnTo>
                    <a:lnTo>
                      <a:pt x="848" y="604"/>
                    </a:lnTo>
                    <a:lnTo>
                      <a:pt x="841" y="634"/>
                    </a:lnTo>
                    <a:lnTo>
                      <a:pt x="839" y="664"/>
                    </a:lnTo>
                    <a:lnTo>
                      <a:pt x="845" y="694"/>
                    </a:lnTo>
                    <a:lnTo>
                      <a:pt x="857" y="722"/>
                    </a:lnTo>
                    <a:lnTo>
                      <a:pt x="877" y="750"/>
                    </a:lnTo>
                    <a:lnTo>
                      <a:pt x="895" y="768"/>
                    </a:lnTo>
                    <a:lnTo>
                      <a:pt x="913" y="783"/>
                    </a:lnTo>
                    <a:lnTo>
                      <a:pt x="931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2" y="801"/>
                    </a:lnTo>
                    <a:lnTo>
                      <a:pt x="999" y="796"/>
                    </a:lnTo>
                    <a:lnTo>
                      <a:pt x="1014" y="789"/>
                    </a:lnTo>
                    <a:lnTo>
                      <a:pt x="1029" y="779"/>
                    </a:lnTo>
                    <a:lnTo>
                      <a:pt x="1043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0" y="690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3" y="530"/>
                    </a:lnTo>
                    <a:lnTo>
                      <a:pt x="1121" y="470"/>
                    </a:lnTo>
                    <a:lnTo>
                      <a:pt x="1112" y="410"/>
                    </a:lnTo>
                    <a:lnTo>
                      <a:pt x="1095" y="351"/>
                    </a:lnTo>
                    <a:lnTo>
                      <a:pt x="1069" y="295"/>
                    </a:lnTo>
                    <a:lnTo>
                      <a:pt x="1052" y="269"/>
                    </a:lnTo>
                    <a:lnTo>
                      <a:pt x="1033" y="244"/>
                    </a:lnTo>
                    <a:lnTo>
                      <a:pt x="1011" y="220"/>
                    </a:lnTo>
                    <a:lnTo>
                      <a:pt x="987" y="198"/>
                    </a:lnTo>
                    <a:lnTo>
                      <a:pt x="955" y="174"/>
                    </a:lnTo>
                    <a:lnTo>
                      <a:pt x="912" y="147"/>
                    </a:lnTo>
                    <a:lnTo>
                      <a:pt x="861" y="119"/>
                    </a:lnTo>
                    <a:lnTo>
                      <a:pt x="803" y="90"/>
                    </a:lnTo>
                    <a:lnTo>
                      <a:pt x="738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2" y="6"/>
                    </a:lnTo>
                    <a:lnTo>
                      <a:pt x="447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1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3" y="1580"/>
                    </a:lnTo>
                    <a:lnTo>
                      <a:pt x="1068" y="1623"/>
                    </a:lnTo>
                    <a:lnTo>
                      <a:pt x="1087" y="1665"/>
                    </a:lnTo>
                    <a:lnTo>
                      <a:pt x="1100" y="1707"/>
                    </a:lnTo>
                    <a:lnTo>
                      <a:pt x="1106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2593080" y="1108800"/>
                <a:ext cx="0" cy="2419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5" name=""/>
              <p:cNvSpPr/>
              <p:nvPr/>
            </p:nvSpPr>
            <p:spPr>
              <a:xfrm flipH="1">
                <a:off x="3427560" y="1458720"/>
                <a:ext cx="17136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6" name=""/>
              <p:cNvSpPr/>
              <p:nvPr/>
            </p:nvSpPr>
            <p:spPr>
              <a:xfrm flipH="1">
                <a:off x="3621960" y="2394720"/>
                <a:ext cx="24156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7" name=""/>
              <p:cNvSpPr/>
              <p:nvPr/>
            </p:nvSpPr>
            <p:spPr>
              <a:xfrm>
                <a:off x="1587240" y="1458720"/>
                <a:ext cx="17100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8" name=""/>
              <p:cNvSpPr/>
              <p:nvPr/>
            </p:nvSpPr>
            <p:spPr>
              <a:xfrm>
                <a:off x="1322280" y="2394720"/>
                <a:ext cx="2419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429" name=""/>
            <p:cNvGrpSpPr/>
            <p:nvPr/>
          </p:nvGrpSpPr>
          <p:grpSpPr>
            <a:xfrm>
              <a:off x="1296360" y="1080360"/>
              <a:ext cx="2541600" cy="2649600"/>
              <a:chOff x="1296360" y="1080360"/>
              <a:chExt cx="2541600" cy="2649600"/>
            </a:xfrm>
          </p:grpSpPr>
          <p:sp>
            <p:nvSpPr>
              <p:cNvPr id="430" name=""/>
              <p:cNvSpPr/>
              <p:nvPr/>
            </p:nvSpPr>
            <p:spPr>
              <a:xfrm>
                <a:off x="1862280" y="1703880"/>
                <a:ext cx="1409760" cy="1697760"/>
              </a:xfrm>
              <a:custGeom>
                <a:avLst/>
                <a:gdLst/>
                <a:ahLst/>
                <a:rect l="0" t="0" r="r" b="b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1" y="407"/>
                    </a:lnTo>
                    <a:lnTo>
                      <a:pt x="662" y="486"/>
                    </a:lnTo>
                    <a:lnTo>
                      <a:pt x="571" y="571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1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6" y="3251"/>
                    </a:lnTo>
                    <a:lnTo>
                      <a:pt x="571" y="3343"/>
                    </a:lnTo>
                    <a:lnTo>
                      <a:pt x="663" y="3428"/>
                    </a:lnTo>
                    <a:lnTo>
                      <a:pt x="761" y="3508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5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5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8" y="4648"/>
                    </a:lnTo>
                    <a:lnTo>
                      <a:pt x="2552" y="4632"/>
                    </a:lnTo>
                    <a:lnTo>
                      <a:pt x="2566" y="4614"/>
                    </a:lnTo>
                    <a:lnTo>
                      <a:pt x="2577" y="4595"/>
                    </a:lnTo>
                    <a:lnTo>
                      <a:pt x="2587" y="4575"/>
                    </a:lnTo>
                    <a:lnTo>
                      <a:pt x="2595" y="4554"/>
                    </a:lnTo>
                    <a:lnTo>
                      <a:pt x="2600" y="4532"/>
                    </a:lnTo>
                    <a:lnTo>
                      <a:pt x="2604" y="4509"/>
                    </a:lnTo>
                    <a:lnTo>
                      <a:pt x="2605" y="4486"/>
                    </a:lnTo>
                    <a:lnTo>
                      <a:pt x="2605" y="3807"/>
                    </a:lnTo>
                    <a:lnTo>
                      <a:pt x="2605" y="3807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5" y="3343"/>
                    </a:lnTo>
                    <a:lnTo>
                      <a:pt x="3430" y="3251"/>
                    </a:lnTo>
                    <a:lnTo>
                      <a:pt x="3509" y="3153"/>
                    </a:lnTo>
                    <a:lnTo>
                      <a:pt x="3584" y="3048"/>
                    </a:lnTo>
                    <a:lnTo>
                      <a:pt x="3654" y="2935"/>
                    </a:lnTo>
                    <a:lnTo>
                      <a:pt x="3717" y="2818"/>
                    </a:lnTo>
                    <a:lnTo>
                      <a:pt x="3771" y="2702"/>
                    </a:lnTo>
                    <a:lnTo>
                      <a:pt x="3816" y="2584"/>
                    </a:lnTo>
                    <a:lnTo>
                      <a:pt x="3852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1" y="1572"/>
                    </a:lnTo>
                    <a:lnTo>
                      <a:pt x="3853" y="1451"/>
                    </a:lnTo>
                    <a:lnTo>
                      <a:pt x="3816" y="1331"/>
                    </a:lnTo>
                    <a:lnTo>
                      <a:pt x="3771" y="1213"/>
                    </a:lnTo>
                    <a:lnTo>
                      <a:pt x="3717" y="1096"/>
                    </a:lnTo>
                    <a:lnTo>
                      <a:pt x="3654" y="979"/>
                    </a:lnTo>
                    <a:lnTo>
                      <a:pt x="3584" y="866"/>
                    </a:lnTo>
                    <a:lnTo>
                      <a:pt x="3510" y="761"/>
                    </a:lnTo>
                    <a:lnTo>
                      <a:pt x="3430" y="663"/>
                    </a:lnTo>
                    <a:lnTo>
                      <a:pt x="3345" y="571"/>
                    </a:lnTo>
                    <a:lnTo>
                      <a:pt x="3253" y="486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1" name=""/>
              <p:cNvSpPr/>
              <p:nvPr/>
            </p:nvSpPr>
            <p:spPr>
              <a:xfrm>
                <a:off x="2236320" y="3401280"/>
                <a:ext cx="661680" cy="165240"/>
              </a:xfrm>
              <a:custGeom>
                <a:avLst/>
                <a:gdLst/>
                <a:ahLst/>
                <a:rect l="0" t="0" r="r" b="b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7"/>
                    </a:lnTo>
                    <a:lnTo>
                      <a:pt x="1771" y="392"/>
                    </a:lnTo>
                    <a:lnTo>
                      <a:pt x="1785" y="376"/>
                    </a:lnTo>
                    <a:lnTo>
                      <a:pt x="1799" y="358"/>
                    </a:lnTo>
                    <a:lnTo>
                      <a:pt x="1810" y="339"/>
                    </a:lnTo>
                    <a:lnTo>
                      <a:pt x="1820" y="319"/>
                    </a:lnTo>
                    <a:lnTo>
                      <a:pt x="1828" y="298"/>
                    </a:lnTo>
                    <a:lnTo>
                      <a:pt x="1833" y="276"/>
                    </a:lnTo>
                    <a:lnTo>
                      <a:pt x="1837" y="253"/>
                    </a:lnTo>
                    <a:lnTo>
                      <a:pt x="1838" y="230"/>
                    </a:lnTo>
                    <a:lnTo>
                      <a:pt x="1837" y="207"/>
                    </a:lnTo>
                    <a:lnTo>
                      <a:pt x="1833" y="184"/>
                    </a:lnTo>
                    <a:lnTo>
                      <a:pt x="1828" y="162"/>
                    </a:lnTo>
                    <a:lnTo>
                      <a:pt x="1820" y="141"/>
                    </a:lnTo>
                    <a:lnTo>
                      <a:pt x="1810" y="121"/>
                    </a:lnTo>
                    <a:lnTo>
                      <a:pt x="1799" y="102"/>
                    </a:lnTo>
                    <a:lnTo>
                      <a:pt x="1785" y="84"/>
                    </a:lnTo>
                    <a:lnTo>
                      <a:pt x="1771" y="68"/>
                    </a:lnTo>
                    <a:lnTo>
                      <a:pt x="1754" y="53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8"/>
                    </a:lnTo>
                    <a:lnTo>
                      <a:pt x="53" y="84"/>
                    </a:lnTo>
                    <a:lnTo>
                      <a:pt x="39" y="102"/>
                    </a:lnTo>
                    <a:lnTo>
                      <a:pt x="28" y="121"/>
                    </a:lnTo>
                    <a:lnTo>
                      <a:pt x="18" y="141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7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39"/>
                    </a:lnTo>
                    <a:lnTo>
                      <a:pt x="39" y="358"/>
                    </a:lnTo>
                    <a:lnTo>
                      <a:pt x="53" y="376"/>
                    </a:lnTo>
                    <a:lnTo>
                      <a:pt x="67" y="392"/>
                    </a:lnTo>
                    <a:lnTo>
                      <a:pt x="84" y="407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2" y="449"/>
                    </a:lnTo>
                    <a:lnTo>
                      <a:pt x="184" y="454"/>
                    </a:lnTo>
                    <a:lnTo>
                      <a:pt x="206" y="458"/>
                    </a:lnTo>
                    <a:lnTo>
                      <a:pt x="230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2" name=""/>
              <p:cNvSpPr/>
              <p:nvPr/>
            </p:nvSpPr>
            <p:spPr>
              <a:xfrm>
                <a:off x="2300040" y="3564360"/>
                <a:ext cx="534240" cy="165600"/>
              </a:xfrm>
              <a:custGeom>
                <a:avLst/>
                <a:gdLst/>
                <a:ahLst/>
                <a:rect l="0" t="0" r="r" b="b"/>
                <a:pathLst>
                  <a:path w="1484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4" y="432"/>
                    </a:lnTo>
                    <a:lnTo>
                      <a:pt x="1383" y="421"/>
                    </a:lnTo>
                    <a:lnTo>
                      <a:pt x="1400" y="407"/>
                    </a:lnTo>
                    <a:lnTo>
                      <a:pt x="1417" y="393"/>
                    </a:lnTo>
                    <a:lnTo>
                      <a:pt x="1431" y="376"/>
                    </a:lnTo>
                    <a:lnTo>
                      <a:pt x="1445" y="359"/>
                    </a:lnTo>
                    <a:lnTo>
                      <a:pt x="1456" y="340"/>
                    </a:lnTo>
                    <a:lnTo>
                      <a:pt x="1466" y="319"/>
                    </a:lnTo>
                    <a:lnTo>
                      <a:pt x="1474" y="298"/>
                    </a:lnTo>
                    <a:lnTo>
                      <a:pt x="1479" y="276"/>
                    </a:lnTo>
                    <a:lnTo>
                      <a:pt x="1483" y="253"/>
                    </a:lnTo>
                    <a:lnTo>
                      <a:pt x="1484" y="230"/>
                    </a:lnTo>
                    <a:lnTo>
                      <a:pt x="1484" y="230"/>
                    </a:lnTo>
                    <a:lnTo>
                      <a:pt x="1483" y="206"/>
                    </a:lnTo>
                    <a:lnTo>
                      <a:pt x="1479" y="184"/>
                    </a:lnTo>
                    <a:lnTo>
                      <a:pt x="1474" y="162"/>
                    </a:lnTo>
                    <a:lnTo>
                      <a:pt x="1466" y="140"/>
                    </a:lnTo>
                    <a:lnTo>
                      <a:pt x="1456" y="120"/>
                    </a:lnTo>
                    <a:lnTo>
                      <a:pt x="1445" y="101"/>
                    </a:lnTo>
                    <a:lnTo>
                      <a:pt x="1431" y="84"/>
                    </a:lnTo>
                    <a:lnTo>
                      <a:pt x="1417" y="67"/>
                    </a:lnTo>
                    <a:lnTo>
                      <a:pt x="1400" y="53"/>
                    </a:lnTo>
                    <a:lnTo>
                      <a:pt x="1383" y="39"/>
                    </a:lnTo>
                    <a:lnTo>
                      <a:pt x="1364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3" name=""/>
              <p:cNvSpPr/>
              <p:nvPr/>
            </p:nvSpPr>
            <p:spPr>
              <a:xfrm>
                <a:off x="2247840" y="2172600"/>
                <a:ext cx="645840" cy="1229040"/>
              </a:xfrm>
              <a:custGeom>
                <a:avLst/>
                <a:gdLst/>
                <a:ahLst/>
                <a:rect l="0" t="0" r="r" b="b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4" y="1612"/>
                    </a:lnTo>
                    <a:lnTo>
                      <a:pt x="772" y="1569"/>
                    </a:lnTo>
                    <a:lnTo>
                      <a:pt x="805" y="1529"/>
                    </a:lnTo>
                    <a:lnTo>
                      <a:pt x="882" y="1454"/>
                    </a:lnTo>
                    <a:lnTo>
                      <a:pt x="971" y="1385"/>
                    </a:lnTo>
                    <a:lnTo>
                      <a:pt x="1070" y="1320"/>
                    </a:lnTo>
                    <a:lnTo>
                      <a:pt x="1280" y="1194"/>
                    </a:lnTo>
                    <a:lnTo>
                      <a:pt x="1485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2" y="278"/>
                    </a:lnTo>
                    <a:lnTo>
                      <a:pt x="1498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4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2" y="486"/>
                    </a:lnTo>
                    <a:lnTo>
                      <a:pt x="904" y="515"/>
                    </a:lnTo>
                    <a:lnTo>
                      <a:pt x="880" y="545"/>
                    </a:lnTo>
                    <a:lnTo>
                      <a:pt x="862" y="574"/>
                    </a:lnTo>
                    <a:lnTo>
                      <a:pt x="849" y="604"/>
                    </a:lnTo>
                    <a:lnTo>
                      <a:pt x="841" y="634"/>
                    </a:lnTo>
                    <a:lnTo>
                      <a:pt x="840" y="664"/>
                    </a:lnTo>
                    <a:lnTo>
                      <a:pt x="846" y="694"/>
                    </a:lnTo>
                    <a:lnTo>
                      <a:pt x="858" y="722"/>
                    </a:lnTo>
                    <a:lnTo>
                      <a:pt x="878" y="750"/>
                    </a:lnTo>
                    <a:lnTo>
                      <a:pt x="896" y="768"/>
                    </a:lnTo>
                    <a:lnTo>
                      <a:pt x="914" y="783"/>
                    </a:lnTo>
                    <a:lnTo>
                      <a:pt x="932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3" y="801"/>
                    </a:lnTo>
                    <a:lnTo>
                      <a:pt x="999" y="796"/>
                    </a:lnTo>
                    <a:lnTo>
                      <a:pt x="1015" y="789"/>
                    </a:lnTo>
                    <a:lnTo>
                      <a:pt x="1030" y="779"/>
                    </a:lnTo>
                    <a:lnTo>
                      <a:pt x="1044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1" y="691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4" y="530"/>
                    </a:lnTo>
                    <a:lnTo>
                      <a:pt x="1122" y="471"/>
                    </a:lnTo>
                    <a:lnTo>
                      <a:pt x="1113" y="411"/>
                    </a:lnTo>
                    <a:lnTo>
                      <a:pt x="1095" y="352"/>
                    </a:lnTo>
                    <a:lnTo>
                      <a:pt x="1069" y="296"/>
                    </a:lnTo>
                    <a:lnTo>
                      <a:pt x="1053" y="269"/>
                    </a:lnTo>
                    <a:lnTo>
                      <a:pt x="1034" y="244"/>
                    </a:lnTo>
                    <a:lnTo>
                      <a:pt x="1012" y="220"/>
                    </a:lnTo>
                    <a:lnTo>
                      <a:pt x="988" y="198"/>
                    </a:lnTo>
                    <a:lnTo>
                      <a:pt x="955" y="174"/>
                    </a:lnTo>
                    <a:lnTo>
                      <a:pt x="913" y="147"/>
                    </a:lnTo>
                    <a:lnTo>
                      <a:pt x="862" y="119"/>
                    </a:lnTo>
                    <a:lnTo>
                      <a:pt x="803" y="90"/>
                    </a:lnTo>
                    <a:lnTo>
                      <a:pt x="739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3" y="6"/>
                    </a:lnTo>
                    <a:lnTo>
                      <a:pt x="448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2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4" y="1580"/>
                    </a:lnTo>
                    <a:lnTo>
                      <a:pt x="1069" y="1623"/>
                    </a:lnTo>
                    <a:lnTo>
                      <a:pt x="1088" y="1665"/>
                    </a:lnTo>
                    <a:lnTo>
                      <a:pt x="1101" y="1707"/>
                    </a:lnTo>
                    <a:lnTo>
                      <a:pt x="1107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4" name=""/>
              <p:cNvSpPr/>
              <p:nvPr/>
            </p:nvSpPr>
            <p:spPr>
              <a:xfrm>
                <a:off x="2567160" y="1080360"/>
                <a:ext cx="0" cy="2419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5" name=""/>
              <p:cNvSpPr/>
              <p:nvPr/>
            </p:nvSpPr>
            <p:spPr>
              <a:xfrm flipH="1">
                <a:off x="340200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6" name=""/>
              <p:cNvSpPr/>
              <p:nvPr/>
            </p:nvSpPr>
            <p:spPr>
              <a:xfrm flipH="1">
                <a:off x="3596040" y="2366280"/>
                <a:ext cx="2419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7" name=""/>
              <p:cNvSpPr/>
              <p:nvPr/>
            </p:nvSpPr>
            <p:spPr>
              <a:xfrm>
                <a:off x="156132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8" name=""/>
              <p:cNvSpPr/>
              <p:nvPr/>
            </p:nvSpPr>
            <p:spPr>
              <a:xfrm>
                <a:off x="1296360" y="2366280"/>
                <a:ext cx="2419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439" name=""/>
            <p:cNvSpPr/>
            <p:nvPr/>
          </p:nvSpPr>
          <p:spPr>
            <a:xfrm flipH="1"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1" name=""/>
            <p:cNvSpPr/>
            <p:nvPr/>
          </p:nvSpPr>
          <p:spPr>
            <a:xfrm flipH="1"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1798200" y="3458880"/>
              <a:ext cx="167400" cy="186480"/>
            </a:xfrm>
            <a:custGeom>
              <a:avLst/>
              <a:gdLst/>
              <a:ahLst/>
              <a:rect l="0" t="0" r="r" b="b"/>
              <a:pathLst>
                <a:path w="465" h="518">
                  <a:moveTo>
                    <a:pt x="0" y="518"/>
                  </a:moveTo>
                  <a:lnTo>
                    <a:pt x="465" y="353"/>
                  </a:lnTo>
                  <a:lnTo>
                    <a:pt x="93" y="0"/>
                  </a:lnTo>
                  <a:lnTo>
                    <a:pt x="0" y="51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3641760" y="2671560"/>
              <a:ext cx="169200" cy="183600"/>
            </a:xfrm>
            <a:custGeom>
              <a:avLst/>
              <a:gdLst/>
              <a:ahLst/>
              <a:rect l="0" t="0" r="r" b="b"/>
              <a:pathLst>
                <a:path w="470" h="510">
                  <a:moveTo>
                    <a:pt x="0" y="238"/>
                  </a:moveTo>
                  <a:lnTo>
                    <a:pt x="412" y="510"/>
                  </a:lnTo>
                  <a:lnTo>
                    <a:pt x="470" y="0"/>
                  </a:lnTo>
                  <a:lnTo>
                    <a:pt x="0" y="23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1088640" y="1644840"/>
              <a:ext cx="187920" cy="165600"/>
            </a:xfrm>
            <a:custGeom>
              <a:avLst/>
              <a:gdLst/>
              <a:ahLst/>
              <a:rect l="0" t="0" r="r" b="b"/>
              <a:pathLst>
                <a:path w="522" h="460">
                  <a:moveTo>
                    <a:pt x="0" y="66"/>
                  </a:moveTo>
                  <a:lnTo>
                    <a:pt x="297" y="460"/>
                  </a:lnTo>
                  <a:lnTo>
                    <a:pt x="522" y="0"/>
                  </a:lnTo>
                  <a:lnTo>
                    <a:pt x="0" y="66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3659760" y="1647360"/>
              <a:ext cx="195480" cy="195840"/>
            </a:xfrm>
            <a:custGeom>
              <a:avLst/>
              <a:gdLst/>
              <a:ahLst/>
              <a:rect l="0" t="0" r="r" b="b"/>
              <a:pathLst>
                <a:path w="543" h="544">
                  <a:moveTo>
                    <a:pt x="543" y="272"/>
                  </a:moveTo>
                  <a:lnTo>
                    <a:pt x="542" y="290"/>
                  </a:lnTo>
                  <a:lnTo>
                    <a:pt x="541" y="308"/>
                  </a:lnTo>
                  <a:lnTo>
                    <a:pt x="538" y="326"/>
                  </a:lnTo>
                  <a:lnTo>
                    <a:pt x="534" y="342"/>
                  </a:lnTo>
                  <a:lnTo>
                    <a:pt x="529" y="359"/>
                  </a:lnTo>
                  <a:lnTo>
                    <a:pt x="523" y="375"/>
                  </a:lnTo>
                  <a:lnTo>
                    <a:pt x="516" y="392"/>
                  </a:lnTo>
                  <a:lnTo>
                    <a:pt x="507" y="408"/>
                  </a:lnTo>
                  <a:lnTo>
                    <a:pt x="497" y="424"/>
                  </a:lnTo>
                  <a:lnTo>
                    <a:pt x="487" y="438"/>
                  </a:lnTo>
                  <a:lnTo>
                    <a:pt x="476" y="452"/>
                  </a:lnTo>
                  <a:lnTo>
                    <a:pt x="464" y="465"/>
                  </a:lnTo>
                  <a:lnTo>
                    <a:pt x="451" y="477"/>
                  </a:lnTo>
                  <a:lnTo>
                    <a:pt x="437" y="488"/>
                  </a:lnTo>
                  <a:lnTo>
                    <a:pt x="423" y="498"/>
                  </a:lnTo>
                  <a:lnTo>
                    <a:pt x="407" y="508"/>
                  </a:lnTo>
                  <a:lnTo>
                    <a:pt x="391" y="517"/>
                  </a:lnTo>
                  <a:lnTo>
                    <a:pt x="375" y="524"/>
                  </a:lnTo>
                  <a:lnTo>
                    <a:pt x="358" y="530"/>
                  </a:lnTo>
                  <a:lnTo>
                    <a:pt x="342" y="535"/>
                  </a:lnTo>
                  <a:lnTo>
                    <a:pt x="325" y="539"/>
                  </a:lnTo>
                  <a:lnTo>
                    <a:pt x="308" y="542"/>
                  </a:lnTo>
                  <a:lnTo>
                    <a:pt x="290" y="543"/>
                  </a:lnTo>
                  <a:lnTo>
                    <a:pt x="272" y="544"/>
                  </a:lnTo>
                  <a:lnTo>
                    <a:pt x="254" y="543"/>
                  </a:lnTo>
                  <a:lnTo>
                    <a:pt x="236" y="542"/>
                  </a:lnTo>
                  <a:lnTo>
                    <a:pt x="218" y="539"/>
                  </a:lnTo>
                  <a:lnTo>
                    <a:pt x="202" y="535"/>
                  </a:lnTo>
                  <a:lnTo>
                    <a:pt x="185" y="530"/>
                  </a:lnTo>
                  <a:lnTo>
                    <a:pt x="169" y="524"/>
                  </a:lnTo>
                  <a:lnTo>
                    <a:pt x="152" y="517"/>
                  </a:lnTo>
                  <a:lnTo>
                    <a:pt x="136" y="508"/>
                  </a:lnTo>
                  <a:lnTo>
                    <a:pt x="120" y="498"/>
                  </a:lnTo>
                  <a:lnTo>
                    <a:pt x="106" y="488"/>
                  </a:lnTo>
                  <a:lnTo>
                    <a:pt x="92" y="477"/>
                  </a:lnTo>
                  <a:lnTo>
                    <a:pt x="79" y="465"/>
                  </a:lnTo>
                  <a:lnTo>
                    <a:pt x="67" y="452"/>
                  </a:lnTo>
                  <a:lnTo>
                    <a:pt x="56" y="438"/>
                  </a:lnTo>
                  <a:lnTo>
                    <a:pt x="46" y="424"/>
                  </a:lnTo>
                  <a:lnTo>
                    <a:pt x="36" y="408"/>
                  </a:lnTo>
                  <a:lnTo>
                    <a:pt x="27" y="392"/>
                  </a:lnTo>
                  <a:lnTo>
                    <a:pt x="20" y="375"/>
                  </a:lnTo>
                  <a:lnTo>
                    <a:pt x="14" y="359"/>
                  </a:lnTo>
                  <a:lnTo>
                    <a:pt x="9" y="342"/>
                  </a:lnTo>
                  <a:lnTo>
                    <a:pt x="5" y="326"/>
                  </a:lnTo>
                  <a:lnTo>
                    <a:pt x="2" y="308"/>
                  </a:lnTo>
                  <a:lnTo>
                    <a:pt x="1" y="290"/>
                  </a:lnTo>
                  <a:lnTo>
                    <a:pt x="0" y="272"/>
                  </a:lnTo>
                  <a:lnTo>
                    <a:pt x="1" y="254"/>
                  </a:lnTo>
                  <a:lnTo>
                    <a:pt x="2" y="236"/>
                  </a:lnTo>
                  <a:lnTo>
                    <a:pt x="5" y="218"/>
                  </a:lnTo>
                  <a:lnTo>
                    <a:pt x="9" y="202"/>
                  </a:lnTo>
                  <a:lnTo>
                    <a:pt x="14" y="185"/>
                  </a:lnTo>
                  <a:lnTo>
                    <a:pt x="20" y="169"/>
                  </a:lnTo>
                  <a:lnTo>
                    <a:pt x="27" y="152"/>
                  </a:lnTo>
                  <a:lnTo>
                    <a:pt x="36" y="136"/>
                  </a:lnTo>
                  <a:lnTo>
                    <a:pt x="46" y="120"/>
                  </a:lnTo>
                  <a:lnTo>
                    <a:pt x="56" y="106"/>
                  </a:lnTo>
                  <a:lnTo>
                    <a:pt x="67" y="92"/>
                  </a:lnTo>
                  <a:lnTo>
                    <a:pt x="79" y="80"/>
                  </a:lnTo>
                  <a:lnTo>
                    <a:pt x="92" y="68"/>
                  </a:lnTo>
                  <a:lnTo>
                    <a:pt x="106" y="57"/>
                  </a:lnTo>
                  <a:lnTo>
                    <a:pt x="120" y="47"/>
                  </a:lnTo>
                  <a:lnTo>
                    <a:pt x="136" y="37"/>
                  </a:lnTo>
                  <a:lnTo>
                    <a:pt x="152" y="28"/>
                  </a:lnTo>
                  <a:lnTo>
                    <a:pt x="169" y="21"/>
                  </a:lnTo>
                  <a:lnTo>
                    <a:pt x="185" y="14"/>
                  </a:lnTo>
                  <a:lnTo>
                    <a:pt x="202" y="9"/>
                  </a:lnTo>
                  <a:lnTo>
                    <a:pt x="218" y="5"/>
                  </a:lnTo>
                  <a:lnTo>
                    <a:pt x="236" y="2"/>
                  </a:lnTo>
                  <a:lnTo>
                    <a:pt x="254" y="1"/>
                  </a:lnTo>
                  <a:lnTo>
                    <a:pt x="272" y="0"/>
                  </a:lnTo>
                  <a:lnTo>
                    <a:pt x="290" y="1"/>
                  </a:lnTo>
                  <a:lnTo>
                    <a:pt x="308" y="2"/>
                  </a:lnTo>
                  <a:lnTo>
                    <a:pt x="325" y="5"/>
                  </a:lnTo>
                  <a:lnTo>
                    <a:pt x="342" y="9"/>
                  </a:lnTo>
                  <a:lnTo>
                    <a:pt x="358" y="14"/>
                  </a:lnTo>
                  <a:lnTo>
                    <a:pt x="375" y="21"/>
                  </a:lnTo>
                  <a:lnTo>
                    <a:pt x="391" y="28"/>
                  </a:lnTo>
                  <a:lnTo>
                    <a:pt x="407" y="37"/>
                  </a:lnTo>
                  <a:lnTo>
                    <a:pt x="423" y="47"/>
                  </a:lnTo>
                  <a:lnTo>
                    <a:pt x="437" y="57"/>
                  </a:lnTo>
                  <a:lnTo>
                    <a:pt x="451" y="68"/>
                  </a:lnTo>
                  <a:lnTo>
                    <a:pt x="464" y="80"/>
                  </a:lnTo>
                  <a:lnTo>
                    <a:pt x="476" y="92"/>
                  </a:lnTo>
                  <a:lnTo>
                    <a:pt x="487" y="106"/>
                  </a:lnTo>
                  <a:lnTo>
                    <a:pt x="497" y="120"/>
                  </a:lnTo>
                  <a:lnTo>
                    <a:pt x="507" y="136"/>
                  </a:lnTo>
                  <a:lnTo>
                    <a:pt x="516" y="152"/>
                  </a:lnTo>
                  <a:lnTo>
                    <a:pt x="523" y="169"/>
                  </a:lnTo>
                  <a:lnTo>
                    <a:pt x="529" y="185"/>
                  </a:lnTo>
                  <a:lnTo>
                    <a:pt x="534" y="202"/>
                  </a:lnTo>
                  <a:lnTo>
                    <a:pt x="538" y="218"/>
                  </a:lnTo>
                  <a:lnTo>
                    <a:pt x="541" y="236"/>
                  </a:lnTo>
                  <a:lnTo>
                    <a:pt x="542" y="254"/>
                  </a:lnTo>
                  <a:lnTo>
                    <a:pt x="543" y="272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47" name=""/>
          <p:cNvGrpSpPr/>
          <p:nvPr/>
        </p:nvGrpSpPr>
        <p:grpSpPr>
          <a:xfrm>
            <a:off x="1951200" y="307080"/>
            <a:ext cx="7445880" cy="4263480"/>
            <a:chOff x="1951200" y="307080"/>
            <a:chExt cx="7445880" cy="4263480"/>
          </a:xfrm>
        </p:grpSpPr>
        <p:grpSp>
          <p:nvGrpSpPr>
            <p:cNvPr id="448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449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1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454" name=""/>
            <p:cNvSpPr/>
            <p:nvPr/>
          </p:nvSpPr>
          <p:spPr>
            <a:xfrm>
              <a:off x="1951200" y="438948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5" name=""/>
            <p:cNvSpPr/>
            <p:nvPr/>
          </p:nvSpPr>
          <p:spPr>
            <a:xfrm flipH="1"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7" name=""/>
            <p:cNvSpPr/>
            <p:nvPr/>
          </p:nvSpPr>
          <p:spPr>
            <a:xfrm>
              <a:off x="7007400" y="2572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5"/>
                  </a:lnTo>
                  <a:lnTo>
                    <a:pt x="412" y="485"/>
                  </a:lnTo>
                  <a:lnTo>
                    <a:pt x="397" y="494"/>
                  </a:lnTo>
                  <a:lnTo>
                    <a:pt x="381" y="502"/>
                  </a:lnTo>
                  <a:lnTo>
                    <a:pt x="365" y="510"/>
                  </a:lnTo>
                  <a:lnTo>
                    <a:pt x="350" y="516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2"/>
                  </a:lnTo>
                  <a:lnTo>
                    <a:pt x="132" y="494"/>
                  </a:lnTo>
                  <a:lnTo>
                    <a:pt x="117" y="485"/>
                  </a:lnTo>
                  <a:lnTo>
                    <a:pt x="103" y="475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3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8"/>
                  </a:lnTo>
                  <a:lnTo>
                    <a:pt x="349" y="13"/>
                  </a:lnTo>
                  <a:lnTo>
                    <a:pt x="365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2"/>
                  </a:lnTo>
                  <a:lnTo>
                    <a:pt x="527" y="229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55000" lnSpcReduction="19999"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4320000" y="2880000"/>
            <a:ext cx="50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dt" idx="34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ftr" idx="35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 type="sldNum" idx="36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E927E3F-15BF-45FA-A318-47CBF47B214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>
            <a:off x="4320000" y="2880000"/>
            <a:ext cx="5040360" cy="1080360"/>
          </a:xfrm>
          <a:custGeom>
            <a:avLst/>
            <a:gdLst/>
            <a:ahLst/>
            <a:rect l="0" t="0" r="r" b="b"/>
            <a:pathLst>
              <a:path w="14001" h="3001">
                <a:moveTo>
                  <a:pt x="7001" y="3001"/>
                </a:moveTo>
                <a:lnTo>
                  <a:pt x="12388" y="3001"/>
                </a:lnTo>
                <a:lnTo>
                  <a:pt x="12555" y="2994"/>
                </a:lnTo>
                <a:lnTo>
                  <a:pt x="12714" y="2968"/>
                </a:lnTo>
                <a:lnTo>
                  <a:pt x="12866" y="2931"/>
                </a:lnTo>
                <a:lnTo>
                  <a:pt x="13018" y="2883"/>
                </a:lnTo>
                <a:lnTo>
                  <a:pt x="13154" y="2821"/>
                </a:lnTo>
                <a:lnTo>
                  <a:pt x="13291" y="2743"/>
                </a:lnTo>
                <a:lnTo>
                  <a:pt x="13413" y="2659"/>
                </a:lnTo>
                <a:lnTo>
                  <a:pt x="13530" y="2563"/>
                </a:lnTo>
                <a:lnTo>
                  <a:pt x="13633" y="2452"/>
                </a:lnTo>
                <a:lnTo>
                  <a:pt x="13724" y="2342"/>
                </a:lnTo>
                <a:lnTo>
                  <a:pt x="13807" y="2217"/>
                </a:lnTo>
                <a:lnTo>
                  <a:pt x="13876" y="2084"/>
                </a:lnTo>
                <a:lnTo>
                  <a:pt x="13929" y="1944"/>
                </a:lnTo>
                <a:lnTo>
                  <a:pt x="13967" y="1801"/>
                </a:lnTo>
                <a:lnTo>
                  <a:pt x="13993" y="1653"/>
                </a:lnTo>
                <a:lnTo>
                  <a:pt x="14001" y="1499"/>
                </a:lnTo>
                <a:lnTo>
                  <a:pt x="14001" y="1499"/>
                </a:lnTo>
                <a:lnTo>
                  <a:pt x="13993" y="1344"/>
                </a:lnTo>
                <a:lnTo>
                  <a:pt x="13967" y="1197"/>
                </a:lnTo>
                <a:lnTo>
                  <a:pt x="13929" y="1057"/>
                </a:lnTo>
                <a:lnTo>
                  <a:pt x="13876" y="913"/>
                </a:lnTo>
                <a:lnTo>
                  <a:pt x="13807" y="784"/>
                </a:lnTo>
                <a:lnTo>
                  <a:pt x="13724" y="659"/>
                </a:lnTo>
                <a:lnTo>
                  <a:pt x="13633" y="549"/>
                </a:lnTo>
                <a:lnTo>
                  <a:pt x="13530" y="438"/>
                </a:lnTo>
                <a:lnTo>
                  <a:pt x="13413" y="342"/>
                </a:lnTo>
                <a:lnTo>
                  <a:pt x="13291" y="258"/>
                </a:lnTo>
                <a:lnTo>
                  <a:pt x="13154" y="180"/>
                </a:lnTo>
                <a:lnTo>
                  <a:pt x="13018" y="118"/>
                </a:lnTo>
                <a:lnTo>
                  <a:pt x="12866" y="70"/>
                </a:lnTo>
                <a:lnTo>
                  <a:pt x="12714" y="33"/>
                </a:lnTo>
                <a:lnTo>
                  <a:pt x="12555" y="7"/>
                </a:lnTo>
                <a:lnTo>
                  <a:pt x="12388" y="0"/>
                </a:lnTo>
                <a:lnTo>
                  <a:pt x="1617" y="0"/>
                </a:lnTo>
                <a:lnTo>
                  <a:pt x="1454" y="7"/>
                </a:lnTo>
                <a:lnTo>
                  <a:pt x="1291" y="33"/>
                </a:lnTo>
                <a:lnTo>
                  <a:pt x="1135" y="70"/>
                </a:lnTo>
                <a:lnTo>
                  <a:pt x="987" y="118"/>
                </a:lnTo>
                <a:lnTo>
                  <a:pt x="847" y="180"/>
                </a:lnTo>
                <a:lnTo>
                  <a:pt x="710" y="258"/>
                </a:lnTo>
                <a:lnTo>
                  <a:pt x="588" y="342"/>
                </a:lnTo>
                <a:lnTo>
                  <a:pt x="471" y="438"/>
                </a:lnTo>
                <a:lnTo>
                  <a:pt x="368" y="549"/>
                </a:lnTo>
                <a:lnTo>
                  <a:pt x="277" y="659"/>
                </a:lnTo>
                <a:lnTo>
                  <a:pt x="194" y="784"/>
                </a:lnTo>
                <a:lnTo>
                  <a:pt x="125" y="913"/>
                </a:lnTo>
                <a:lnTo>
                  <a:pt x="72" y="1057"/>
                </a:lnTo>
                <a:lnTo>
                  <a:pt x="34" y="1197"/>
                </a:lnTo>
                <a:lnTo>
                  <a:pt x="8" y="1344"/>
                </a:lnTo>
                <a:lnTo>
                  <a:pt x="0" y="1499"/>
                </a:lnTo>
                <a:lnTo>
                  <a:pt x="0" y="1499"/>
                </a:lnTo>
                <a:lnTo>
                  <a:pt x="8" y="1653"/>
                </a:lnTo>
                <a:lnTo>
                  <a:pt x="34" y="1801"/>
                </a:lnTo>
                <a:lnTo>
                  <a:pt x="72" y="1944"/>
                </a:lnTo>
                <a:lnTo>
                  <a:pt x="125" y="2084"/>
                </a:lnTo>
                <a:lnTo>
                  <a:pt x="194" y="2217"/>
                </a:lnTo>
                <a:lnTo>
                  <a:pt x="277" y="2342"/>
                </a:lnTo>
                <a:lnTo>
                  <a:pt x="368" y="2452"/>
                </a:lnTo>
                <a:lnTo>
                  <a:pt x="471" y="2563"/>
                </a:lnTo>
                <a:lnTo>
                  <a:pt x="588" y="2659"/>
                </a:lnTo>
                <a:lnTo>
                  <a:pt x="710" y="2743"/>
                </a:lnTo>
                <a:lnTo>
                  <a:pt x="847" y="2821"/>
                </a:lnTo>
                <a:lnTo>
                  <a:pt x="987" y="2883"/>
                </a:lnTo>
                <a:lnTo>
                  <a:pt x="1135" y="2931"/>
                </a:lnTo>
                <a:lnTo>
                  <a:pt x="1291" y="2968"/>
                </a:lnTo>
                <a:lnTo>
                  <a:pt x="1454" y="2994"/>
                </a:lnTo>
                <a:lnTo>
                  <a:pt x="1617" y="3001"/>
                </a:lnTo>
                <a:lnTo>
                  <a:pt x="7001" y="3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subTitle"/>
          </p:nvPr>
        </p:nvSpPr>
        <p:spPr>
          <a:xfrm>
            <a:off x="4320000" y="2880000"/>
            <a:ext cx="504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2160000" y="1692000"/>
            <a:ext cx="6660000" cy="15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1656000" y="720000"/>
            <a:ext cx="3636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1656000" y="2358000"/>
            <a:ext cx="3636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/>
          </p:nvPr>
        </p:nvSpPr>
        <p:spPr>
          <a:xfrm>
            <a:off x="6660000" y="2358000"/>
            <a:ext cx="2952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/>
          </p:nvPr>
        </p:nvSpPr>
        <p:spPr>
          <a:xfrm>
            <a:off x="6660000" y="4060800"/>
            <a:ext cx="2952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4320000" y="2160000"/>
            <a:ext cx="43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title"/>
          </p:nvPr>
        </p:nvSpPr>
        <p:spPr>
          <a:xfrm>
            <a:off x="2474280" y="1686240"/>
            <a:ext cx="2102400" cy="224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en-US" sz="13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lang="en-US" sz="13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2000" cy="972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76320" rotWithShape="0">
              <a:srgbClr val="E8A202"/>
            </a:outerShdw>
          </a:effectLst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/>
          </p:nvPr>
        </p:nvSpPr>
        <p:spPr>
          <a:xfrm>
            <a:off x="792000" y="1512000"/>
            <a:ext cx="8496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"/>
          <p:cNvGrpSpPr/>
          <p:nvPr/>
        </p:nvGrpSpPr>
        <p:grpSpPr>
          <a:xfrm>
            <a:off x="1192680" y="1445760"/>
            <a:ext cx="1050120" cy="1171800"/>
            <a:chOff x="1192680" y="1445760"/>
            <a:chExt cx="1050120" cy="1171800"/>
          </a:xfrm>
        </p:grpSpPr>
        <p:sp>
          <p:nvSpPr>
            <p:cNvPr id="483" name=""/>
            <p:cNvSpPr/>
            <p:nvPr/>
          </p:nvSpPr>
          <p:spPr>
            <a:xfrm>
              <a:off x="119268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4" name=""/>
            <p:cNvSpPr/>
            <p:nvPr/>
          </p:nvSpPr>
          <p:spPr>
            <a:xfrm>
              <a:off x="119268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85" name=""/>
            <p:cNvGrpSpPr/>
            <p:nvPr/>
          </p:nvGrpSpPr>
          <p:grpSpPr>
            <a:xfrm>
              <a:off x="1572840" y="1814040"/>
              <a:ext cx="290880" cy="394920"/>
              <a:chOff x="1572840" y="1814040"/>
              <a:chExt cx="290880" cy="394920"/>
            </a:xfrm>
          </p:grpSpPr>
          <p:sp>
            <p:nvSpPr>
              <p:cNvPr id="486" name=""/>
              <p:cNvSpPr/>
              <p:nvPr/>
            </p:nvSpPr>
            <p:spPr>
              <a:xfrm>
                <a:off x="1572840" y="1814040"/>
                <a:ext cx="290880" cy="394920"/>
              </a:xfrm>
              <a:custGeom>
                <a:avLst/>
                <a:gdLst/>
                <a:ahLst/>
                <a:rect l="0" t="0" r="r" b="b"/>
                <a:pathLst>
                  <a:path w="808" h="1097">
                    <a:moveTo>
                      <a:pt x="404" y="0"/>
                    </a:moveTo>
                    <a:lnTo>
                      <a:pt x="384" y="0"/>
                    </a:lnTo>
                    <a:lnTo>
                      <a:pt x="364" y="2"/>
                    </a:lnTo>
                    <a:lnTo>
                      <a:pt x="343" y="4"/>
                    </a:lnTo>
                    <a:lnTo>
                      <a:pt x="333" y="6"/>
                    </a:lnTo>
                    <a:lnTo>
                      <a:pt x="323" y="8"/>
                    </a:lnTo>
                    <a:lnTo>
                      <a:pt x="294" y="15"/>
                    </a:lnTo>
                    <a:lnTo>
                      <a:pt x="265" y="24"/>
                    </a:lnTo>
                    <a:lnTo>
                      <a:pt x="238" y="35"/>
                    </a:lnTo>
                    <a:lnTo>
                      <a:pt x="211" y="49"/>
                    </a:lnTo>
                    <a:lnTo>
                      <a:pt x="185" y="64"/>
                    </a:lnTo>
                    <a:lnTo>
                      <a:pt x="161" y="81"/>
                    </a:lnTo>
                    <a:lnTo>
                      <a:pt x="138" y="99"/>
                    </a:lnTo>
                    <a:lnTo>
                      <a:pt x="117" y="119"/>
                    </a:lnTo>
                    <a:lnTo>
                      <a:pt x="97" y="141"/>
                    </a:lnTo>
                    <a:lnTo>
                      <a:pt x="78" y="164"/>
                    </a:lnTo>
                    <a:lnTo>
                      <a:pt x="62" y="189"/>
                    </a:lnTo>
                    <a:lnTo>
                      <a:pt x="47" y="214"/>
                    </a:lnTo>
                    <a:lnTo>
                      <a:pt x="34" y="241"/>
                    </a:lnTo>
                    <a:lnTo>
                      <a:pt x="23" y="269"/>
                    </a:lnTo>
                    <a:lnTo>
                      <a:pt x="14" y="298"/>
                    </a:lnTo>
                    <a:lnTo>
                      <a:pt x="7" y="327"/>
                    </a:lnTo>
                    <a:lnTo>
                      <a:pt x="3" y="355"/>
                    </a:lnTo>
                    <a:lnTo>
                      <a:pt x="1" y="383"/>
                    </a:lnTo>
                    <a:lnTo>
                      <a:pt x="0" y="410"/>
                    </a:lnTo>
                    <a:lnTo>
                      <a:pt x="1" y="437"/>
                    </a:lnTo>
                    <a:lnTo>
                      <a:pt x="4" y="463"/>
                    </a:lnTo>
                    <a:lnTo>
                      <a:pt x="9" y="489"/>
                    </a:lnTo>
                    <a:lnTo>
                      <a:pt x="15" y="514"/>
                    </a:lnTo>
                    <a:lnTo>
                      <a:pt x="23" y="539"/>
                    </a:lnTo>
                    <a:lnTo>
                      <a:pt x="33" y="563"/>
                    </a:lnTo>
                    <a:lnTo>
                      <a:pt x="43" y="586"/>
                    </a:lnTo>
                    <a:lnTo>
                      <a:pt x="56" y="608"/>
                    </a:lnTo>
                    <a:lnTo>
                      <a:pt x="69" y="629"/>
                    </a:lnTo>
                    <a:lnTo>
                      <a:pt x="84" y="650"/>
                    </a:lnTo>
                    <a:lnTo>
                      <a:pt x="100" y="669"/>
                    </a:lnTo>
                    <a:lnTo>
                      <a:pt x="117" y="688"/>
                    </a:lnTo>
                    <a:lnTo>
                      <a:pt x="135" y="705"/>
                    </a:lnTo>
                    <a:lnTo>
                      <a:pt x="140" y="709"/>
                    </a:lnTo>
                    <a:lnTo>
                      <a:pt x="144" y="714"/>
                    </a:lnTo>
                    <a:lnTo>
                      <a:pt x="148" y="718"/>
                    </a:lnTo>
                    <a:lnTo>
                      <a:pt x="152" y="723"/>
                    </a:lnTo>
                    <a:lnTo>
                      <a:pt x="155" y="728"/>
                    </a:lnTo>
                    <a:lnTo>
                      <a:pt x="158" y="733"/>
                    </a:lnTo>
                    <a:lnTo>
                      <a:pt x="161" y="738"/>
                    </a:lnTo>
                    <a:lnTo>
                      <a:pt x="164" y="744"/>
                    </a:lnTo>
                    <a:lnTo>
                      <a:pt x="166" y="749"/>
                    </a:lnTo>
                    <a:lnTo>
                      <a:pt x="168" y="755"/>
                    </a:lnTo>
                    <a:lnTo>
                      <a:pt x="169" y="760"/>
                    </a:lnTo>
                    <a:lnTo>
                      <a:pt x="171" y="766"/>
                    </a:lnTo>
                    <a:lnTo>
                      <a:pt x="172" y="772"/>
                    </a:lnTo>
                    <a:lnTo>
                      <a:pt x="173" y="778"/>
                    </a:lnTo>
                    <a:lnTo>
                      <a:pt x="173" y="784"/>
                    </a:lnTo>
                    <a:lnTo>
                      <a:pt x="173" y="790"/>
                    </a:lnTo>
                    <a:lnTo>
                      <a:pt x="173" y="924"/>
                    </a:lnTo>
                    <a:lnTo>
                      <a:pt x="174" y="936"/>
                    </a:lnTo>
                    <a:lnTo>
                      <a:pt x="176" y="947"/>
                    </a:lnTo>
                    <a:lnTo>
                      <a:pt x="178" y="958"/>
                    </a:lnTo>
                    <a:lnTo>
                      <a:pt x="182" y="968"/>
                    </a:lnTo>
                    <a:lnTo>
                      <a:pt x="187" y="979"/>
                    </a:lnTo>
                    <a:lnTo>
                      <a:pt x="193" y="988"/>
                    </a:lnTo>
                    <a:lnTo>
                      <a:pt x="200" y="997"/>
                    </a:lnTo>
                    <a:lnTo>
                      <a:pt x="207" y="1005"/>
                    </a:lnTo>
                    <a:lnTo>
                      <a:pt x="215" y="1013"/>
                    </a:lnTo>
                    <a:lnTo>
                      <a:pt x="224" y="1019"/>
                    </a:lnTo>
                    <a:lnTo>
                      <a:pt x="234" y="1025"/>
                    </a:lnTo>
                    <a:lnTo>
                      <a:pt x="244" y="1030"/>
                    </a:lnTo>
                    <a:lnTo>
                      <a:pt x="255" y="1034"/>
                    </a:lnTo>
                    <a:lnTo>
                      <a:pt x="266" y="1037"/>
                    </a:lnTo>
                    <a:lnTo>
                      <a:pt x="277" y="1038"/>
                    </a:lnTo>
                    <a:lnTo>
                      <a:pt x="289" y="1039"/>
                    </a:lnTo>
                    <a:lnTo>
                      <a:pt x="305" y="1039"/>
                    </a:lnTo>
                    <a:lnTo>
                      <a:pt x="309" y="1045"/>
                    </a:lnTo>
                    <a:lnTo>
                      <a:pt x="313" y="1051"/>
                    </a:lnTo>
                    <a:lnTo>
                      <a:pt x="318" y="1057"/>
                    </a:lnTo>
                    <a:lnTo>
                      <a:pt x="323" y="1063"/>
                    </a:lnTo>
                    <a:lnTo>
                      <a:pt x="328" y="1068"/>
                    </a:lnTo>
                    <a:lnTo>
                      <a:pt x="334" y="1073"/>
                    </a:lnTo>
                    <a:lnTo>
                      <a:pt x="340" y="1077"/>
                    </a:lnTo>
                    <a:lnTo>
                      <a:pt x="346" y="1081"/>
                    </a:lnTo>
                    <a:lnTo>
                      <a:pt x="352" y="1085"/>
                    </a:lnTo>
                    <a:lnTo>
                      <a:pt x="359" y="1088"/>
                    </a:lnTo>
                    <a:lnTo>
                      <a:pt x="366" y="1091"/>
                    </a:lnTo>
                    <a:lnTo>
                      <a:pt x="373" y="1093"/>
                    </a:lnTo>
                    <a:lnTo>
                      <a:pt x="381" y="1095"/>
                    </a:lnTo>
                    <a:lnTo>
                      <a:pt x="388" y="1096"/>
                    </a:lnTo>
                    <a:lnTo>
                      <a:pt x="396" y="1097"/>
                    </a:lnTo>
                    <a:lnTo>
                      <a:pt x="404" y="1097"/>
                    </a:lnTo>
                    <a:lnTo>
                      <a:pt x="412" y="1097"/>
                    </a:lnTo>
                    <a:lnTo>
                      <a:pt x="420" y="1096"/>
                    </a:lnTo>
                    <a:lnTo>
                      <a:pt x="428" y="1095"/>
                    </a:lnTo>
                    <a:lnTo>
                      <a:pt x="435" y="1093"/>
                    </a:lnTo>
                    <a:lnTo>
                      <a:pt x="442" y="1091"/>
                    </a:lnTo>
                    <a:lnTo>
                      <a:pt x="449" y="1088"/>
                    </a:lnTo>
                    <a:lnTo>
                      <a:pt x="456" y="1085"/>
                    </a:lnTo>
                    <a:lnTo>
                      <a:pt x="463" y="1081"/>
                    </a:lnTo>
                    <a:lnTo>
                      <a:pt x="469" y="1077"/>
                    </a:lnTo>
                    <a:lnTo>
                      <a:pt x="475" y="1073"/>
                    </a:lnTo>
                    <a:lnTo>
                      <a:pt x="480" y="1068"/>
                    </a:lnTo>
                    <a:lnTo>
                      <a:pt x="486" y="1063"/>
                    </a:lnTo>
                    <a:lnTo>
                      <a:pt x="491" y="1057"/>
                    </a:lnTo>
                    <a:lnTo>
                      <a:pt x="495" y="1051"/>
                    </a:lnTo>
                    <a:lnTo>
                      <a:pt x="499" y="1045"/>
                    </a:lnTo>
                    <a:lnTo>
                      <a:pt x="503" y="1039"/>
                    </a:lnTo>
                    <a:lnTo>
                      <a:pt x="519" y="1039"/>
                    </a:lnTo>
                    <a:lnTo>
                      <a:pt x="531" y="1038"/>
                    </a:lnTo>
                    <a:lnTo>
                      <a:pt x="542" y="1037"/>
                    </a:lnTo>
                    <a:lnTo>
                      <a:pt x="554" y="1034"/>
                    </a:lnTo>
                    <a:lnTo>
                      <a:pt x="564" y="1030"/>
                    </a:lnTo>
                    <a:lnTo>
                      <a:pt x="574" y="1025"/>
                    </a:lnTo>
                    <a:lnTo>
                      <a:pt x="584" y="1019"/>
                    </a:lnTo>
                    <a:lnTo>
                      <a:pt x="593" y="1013"/>
                    </a:lnTo>
                    <a:lnTo>
                      <a:pt x="601" y="1005"/>
                    </a:lnTo>
                    <a:lnTo>
                      <a:pt x="609" y="997"/>
                    </a:lnTo>
                    <a:lnTo>
                      <a:pt x="615" y="988"/>
                    </a:lnTo>
                    <a:lnTo>
                      <a:pt x="621" y="979"/>
                    </a:lnTo>
                    <a:lnTo>
                      <a:pt x="626" y="968"/>
                    </a:lnTo>
                    <a:lnTo>
                      <a:pt x="630" y="958"/>
                    </a:lnTo>
                    <a:lnTo>
                      <a:pt x="633" y="947"/>
                    </a:lnTo>
                    <a:lnTo>
                      <a:pt x="635" y="936"/>
                    </a:lnTo>
                    <a:lnTo>
                      <a:pt x="635" y="924"/>
                    </a:lnTo>
                    <a:lnTo>
                      <a:pt x="635" y="790"/>
                    </a:lnTo>
                    <a:lnTo>
                      <a:pt x="635" y="784"/>
                    </a:lnTo>
                    <a:lnTo>
                      <a:pt x="636" y="778"/>
                    </a:lnTo>
                    <a:lnTo>
                      <a:pt x="636" y="772"/>
                    </a:lnTo>
                    <a:lnTo>
                      <a:pt x="638" y="767"/>
                    </a:lnTo>
                    <a:lnTo>
                      <a:pt x="639" y="761"/>
                    </a:lnTo>
                    <a:lnTo>
                      <a:pt x="641" y="755"/>
                    </a:lnTo>
                    <a:lnTo>
                      <a:pt x="642" y="750"/>
                    </a:lnTo>
                    <a:lnTo>
                      <a:pt x="645" y="744"/>
                    </a:lnTo>
                    <a:lnTo>
                      <a:pt x="647" y="739"/>
                    </a:lnTo>
                    <a:lnTo>
                      <a:pt x="650" y="734"/>
                    </a:lnTo>
                    <a:lnTo>
                      <a:pt x="653" y="728"/>
                    </a:lnTo>
                    <a:lnTo>
                      <a:pt x="656" y="724"/>
                    </a:lnTo>
                    <a:lnTo>
                      <a:pt x="660" y="719"/>
                    </a:lnTo>
                    <a:lnTo>
                      <a:pt x="664" y="714"/>
                    </a:lnTo>
                    <a:lnTo>
                      <a:pt x="668" y="710"/>
                    </a:lnTo>
                    <a:lnTo>
                      <a:pt x="672" y="706"/>
                    </a:lnTo>
                    <a:lnTo>
                      <a:pt x="687" y="692"/>
                    </a:lnTo>
                    <a:lnTo>
                      <a:pt x="702" y="677"/>
                    </a:lnTo>
                    <a:lnTo>
                      <a:pt x="716" y="661"/>
                    </a:lnTo>
                    <a:lnTo>
                      <a:pt x="729" y="644"/>
                    </a:lnTo>
                    <a:lnTo>
                      <a:pt x="741" y="627"/>
                    </a:lnTo>
                    <a:lnTo>
                      <a:pt x="752" y="610"/>
                    </a:lnTo>
                    <a:lnTo>
                      <a:pt x="762" y="591"/>
                    </a:lnTo>
                    <a:lnTo>
                      <a:pt x="772" y="572"/>
                    </a:lnTo>
                    <a:lnTo>
                      <a:pt x="780" y="553"/>
                    </a:lnTo>
                    <a:lnTo>
                      <a:pt x="787" y="533"/>
                    </a:lnTo>
                    <a:lnTo>
                      <a:pt x="794" y="512"/>
                    </a:lnTo>
                    <a:lnTo>
                      <a:pt x="799" y="491"/>
                    </a:lnTo>
                    <a:lnTo>
                      <a:pt x="803" y="470"/>
                    </a:lnTo>
                    <a:lnTo>
                      <a:pt x="806" y="448"/>
                    </a:lnTo>
                    <a:lnTo>
                      <a:pt x="808" y="426"/>
                    </a:lnTo>
                    <a:lnTo>
                      <a:pt x="808" y="404"/>
                    </a:lnTo>
                    <a:lnTo>
                      <a:pt x="806" y="363"/>
                    </a:lnTo>
                    <a:lnTo>
                      <a:pt x="800" y="323"/>
                    </a:lnTo>
                    <a:lnTo>
                      <a:pt x="790" y="284"/>
                    </a:lnTo>
                    <a:lnTo>
                      <a:pt x="776" y="247"/>
                    </a:lnTo>
                    <a:lnTo>
                      <a:pt x="759" y="211"/>
                    </a:lnTo>
                    <a:lnTo>
                      <a:pt x="739" y="178"/>
                    </a:lnTo>
                    <a:lnTo>
                      <a:pt x="716" y="147"/>
                    </a:lnTo>
                    <a:lnTo>
                      <a:pt x="690" y="118"/>
                    </a:lnTo>
                    <a:lnTo>
                      <a:pt x="661" y="92"/>
                    </a:lnTo>
                    <a:lnTo>
                      <a:pt x="630" y="69"/>
                    </a:lnTo>
                    <a:lnTo>
                      <a:pt x="597" y="49"/>
                    </a:lnTo>
                    <a:lnTo>
                      <a:pt x="561" y="32"/>
                    </a:lnTo>
                    <a:lnTo>
                      <a:pt x="524" y="18"/>
                    </a:lnTo>
                    <a:lnTo>
                      <a:pt x="486" y="8"/>
                    </a:lnTo>
                    <a:lnTo>
                      <a:pt x="445" y="2"/>
                    </a:lnTo>
                    <a:lnTo>
                      <a:pt x="404" y="0"/>
                    </a:lnTo>
                    <a:moveTo>
                      <a:pt x="519" y="808"/>
                    </a:moveTo>
                    <a:lnTo>
                      <a:pt x="289" y="808"/>
                    </a:lnTo>
                    <a:lnTo>
                      <a:pt x="289" y="750"/>
                    </a:lnTo>
                    <a:lnTo>
                      <a:pt x="519" y="750"/>
                    </a:lnTo>
                    <a:lnTo>
                      <a:pt x="519" y="808"/>
                    </a:lnTo>
                    <a:moveTo>
                      <a:pt x="289" y="924"/>
                    </a:moveTo>
                    <a:lnTo>
                      <a:pt x="289" y="866"/>
                    </a:lnTo>
                    <a:lnTo>
                      <a:pt x="519" y="866"/>
                    </a:lnTo>
                    <a:lnTo>
                      <a:pt x="519" y="924"/>
                    </a:lnTo>
                    <a:lnTo>
                      <a:pt x="289" y="924"/>
                    </a:lnTo>
                    <a:moveTo>
                      <a:pt x="581" y="635"/>
                    </a:moveTo>
                    <a:lnTo>
                      <a:pt x="226" y="635"/>
                    </a:lnTo>
                    <a:lnTo>
                      <a:pt x="220" y="627"/>
                    </a:lnTo>
                    <a:lnTo>
                      <a:pt x="218" y="625"/>
                    </a:lnTo>
                    <a:lnTo>
                      <a:pt x="216" y="623"/>
                    </a:lnTo>
                    <a:lnTo>
                      <a:pt x="214" y="621"/>
                    </a:lnTo>
                    <a:lnTo>
                      <a:pt x="212" y="619"/>
                    </a:lnTo>
                    <a:lnTo>
                      <a:pt x="198" y="606"/>
                    </a:lnTo>
                    <a:lnTo>
                      <a:pt x="186" y="592"/>
                    </a:lnTo>
                    <a:lnTo>
                      <a:pt x="174" y="577"/>
                    </a:lnTo>
                    <a:lnTo>
                      <a:pt x="163" y="562"/>
                    </a:lnTo>
                    <a:lnTo>
                      <a:pt x="154" y="547"/>
                    </a:lnTo>
                    <a:lnTo>
                      <a:pt x="145" y="530"/>
                    </a:lnTo>
                    <a:lnTo>
                      <a:pt x="137" y="513"/>
                    </a:lnTo>
                    <a:lnTo>
                      <a:pt x="131" y="496"/>
                    </a:lnTo>
                    <a:lnTo>
                      <a:pt x="126" y="479"/>
                    </a:lnTo>
                    <a:lnTo>
                      <a:pt x="122" y="461"/>
                    </a:lnTo>
                    <a:lnTo>
                      <a:pt x="119" y="442"/>
                    </a:lnTo>
                    <a:lnTo>
                      <a:pt x="117" y="424"/>
                    </a:lnTo>
                    <a:lnTo>
                      <a:pt x="116" y="405"/>
                    </a:lnTo>
                    <a:lnTo>
                      <a:pt x="116" y="386"/>
                    </a:lnTo>
                    <a:lnTo>
                      <a:pt x="118" y="367"/>
                    </a:lnTo>
                    <a:lnTo>
                      <a:pt x="121" y="348"/>
                    </a:lnTo>
                    <a:lnTo>
                      <a:pt x="126" y="327"/>
                    </a:lnTo>
                    <a:lnTo>
                      <a:pt x="132" y="307"/>
                    </a:lnTo>
                    <a:lnTo>
                      <a:pt x="140" y="287"/>
                    </a:lnTo>
                    <a:lnTo>
                      <a:pt x="149" y="268"/>
                    </a:lnTo>
                    <a:lnTo>
                      <a:pt x="160" y="250"/>
                    </a:lnTo>
                    <a:lnTo>
                      <a:pt x="172" y="233"/>
                    </a:lnTo>
                    <a:lnTo>
                      <a:pt x="185" y="216"/>
                    </a:lnTo>
                    <a:lnTo>
                      <a:pt x="199" y="201"/>
                    </a:lnTo>
                    <a:lnTo>
                      <a:pt x="214" y="186"/>
                    </a:lnTo>
                    <a:lnTo>
                      <a:pt x="231" y="173"/>
                    </a:lnTo>
                    <a:lnTo>
                      <a:pt x="248" y="161"/>
                    </a:lnTo>
                    <a:lnTo>
                      <a:pt x="266" y="150"/>
                    </a:lnTo>
                    <a:lnTo>
                      <a:pt x="285" y="141"/>
                    </a:lnTo>
                    <a:lnTo>
                      <a:pt x="304" y="132"/>
                    </a:lnTo>
                    <a:lnTo>
                      <a:pt x="325" y="126"/>
                    </a:lnTo>
                    <a:lnTo>
                      <a:pt x="345" y="121"/>
                    </a:lnTo>
                    <a:lnTo>
                      <a:pt x="353" y="120"/>
                    </a:lnTo>
                    <a:lnTo>
                      <a:pt x="360" y="119"/>
                    </a:lnTo>
                    <a:lnTo>
                      <a:pt x="375" y="117"/>
                    </a:lnTo>
                    <a:lnTo>
                      <a:pt x="389" y="116"/>
                    </a:lnTo>
                    <a:lnTo>
                      <a:pt x="404" y="116"/>
                    </a:lnTo>
                    <a:lnTo>
                      <a:pt x="434" y="117"/>
                    </a:lnTo>
                    <a:lnTo>
                      <a:pt x="462" y="122"/>
                    </a:lnTo>
                    <a:lnTo>
                      <a:pt x="490" y="129"/>
                    </a:lnTo>
                    <a:lnTo>
                      <a:pt x="516" y="139"/>
                    </a:lnTo>
                    <a:lnTo>
                      <a:pt x="542" y="151"/>
                    </a:lnTo>
                    <a:lnTo>
                      <a:pt x="565" y="165"/>
                    </a:lnTo>
                    <a:lnTo>
                      <a:pt x="588" y="182"/>
                    </a:lnTo>
                    <a:lnTo>
                      <a:pt x="608" y="200"/>
                    </a:lnTo>
                    <a:lnTo>
                      <a:pt x="627" y="221"/>
                    </a:lnTo>
                    <a:lnTo>
                      <a:pt x="644" y="243"/>
                    </a:lnTo>
                    <a:lnTo>
                      <a:pt x="658" y="267"/>
                    </a:lnTo>
                    <a:lnTo>
                      <a:pt x="670" y="292"/>
                    </a:lnTo>
                    <a:lnTo>
                      <a:pt x="680" y="318"/>
                    </a:lnTo>
                    <a:lnTo>
                      <a:pt x="687" y="346"/>
                    </a:lnTo>
                    <a:lnTo>
                      <a:pt x="692" y="375"/>
                    </a:lnTo>
                    <a:lnTo>
                      <a:pt x="693" y="404"/>
                    </a:lnTo>
                    <a:lnTo>
                      <a:pt x="693" y="419"/>
                    </a:lnTo>
                    <a:lnTo>
                      <a:pt x="691" y="435"/>
                    </a:lnTo>
                    <a:lnTo>
                      <a:pt x="689" y="450"/>
                    </a:lnTo>
                    <a:lnTo>
                      <a:pt x="687" y="465"/>
                    </a:lnTo>
                    <a:lnTo>
                      <a:pt x="683" y="480"/>
                    </a:lnTo>
                    <a:lnTo>
                      <a:pt x="678" y="494"/>
                    </a:lnTo>
                    <a:lnTo>
                      <a:pt x="673" y="509"/>
                    </a:lnTo>
                    <a:lnTo>
                      <a:pt x="667" y="522"/>
                    </a:lnTo>
                    <a:lnTo>
                      <a:pt x="661" y="536"/>
                    </a:lnTo>
                    <a:lnTo>
                      <a:pt x="653" y="549"/>
                    </a:lnTo>
                    <a:lnTo>
                      <a:pt x="645" y="562"/>
                    </a:lnTo>
                    <a:lnTo>
                      <a:pt x="637" y="575"/>
                    </a:lnTo>
                    <a:lnTo>
                      <a:pt x="627" y="587"/>
                    </a:lnTo>
                    <a:lnTo>
                      <a:pt x="617" y="598"/>
                    </a:lnTo>
                    <a:lnTo>
                      <a:pt x="606" y="609"/>
                    </a:lnTo>
                    <a:lnTo>
                      <a:pt x="595" y="620"/>
                    </a:lnTo>
                    <a:lnTo>
                      <a:pt x="592" y="624"/>
                    </a:lnTo>
                    <a:lnTo>
                      <a:pt x="588" y="627"/>
                    </a:lnTo>
                    <a:lnTo>
                      <a:pt x="585" y="631"/>
                    </a:lnTo>
                    <a:lnTo>
                      <a:pt x="581" y="6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7" name=""/>
              <p:cNvSpPr/>
              <p:nvPr/>
            </p:nvSpPr>
            <p:spPr>
              <a:xfrm>
                <a:off x="1707840" y="1980360"/>
                <a:ext cx="20880" cy="62280"/>
              </a:xfrm>
              <a:custGeom>
                <a:avLst/>
                <a:gdLst/>
                <a:ahLst/>
                <a:rect l="0" t="0" r="r" b="b"/>
                <a:pathLst>
                  <a:path w="58" h="173">
                    <a:moveTo>
                      <a:pt x="0" y="0"/>
                    </a:moveTo>
                    <a:lnTo>
                      <a:pt x="58" y="0"/>
                    </a:lnTo>
                    <a:lnTo>
                      <a:pt x="58" y="173"/>
                    </a:ln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8" name=""/>
              <p:cNvSpPr/>
              <p:nvPr/>
            </p:nvSpPr>
            <p:spPr>
              <a:xfrm>
                <a:off x="1670040" y="1936080"/>
                <a:ext cx="58680" cy="58680"/>
              </a:xfrm>
              <a:custGeom>
                <a:avLst/>
                <a:gdLst/>
                <a:ahLst/>
                <a:rect l="0" t="0" r="r" b="b"/>
                <a:pathLst>
                  <a:path w="163" h="163">
                    <a:moveTo>
                      <a:pt x="143" y="143"/>
                    </a:moveTo>
                    <a:lnTo>
                      <a:pt x="122" y="163"/>
                    </a:lnTo>
                    <a:lnTo>
                      <a:pt x="0" y="41"/>
                    </a:lnTo>
                    <a:lnTo>
                      <a:pt x="40" y="0"/>
                    </a:lnTo>
                    <a:lnTo>
                      <a:pt x="163" y="123"/>
                    </a:lnTo>
                    <a:lnTo>
                      <a:pt x="143" y="1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9" name=""/>
              <p:cNvSpPr/>
              <p:nvPr/>
            </p:nvSpPr>
            <p:spPr>
              <a:xfrm>
                <a:off x="1707840" y="1936440"/>
                <a:ext cx="58680" cy="58680"/>
              </a:xfrm>
              <a:custGeom>
                <a:avLst/>
                <a:gdLst/>
                <a:ahLst/>
                <a:rect l="0" t="0" r="r" b="b"/>
                <a:pathLst>
                  <a:path w="163" h="163">
                    <a:moveTo>
                      <a:pt x="143" y="20"/>
                    </a:moveTo>
                    <a:lnTo>
                      <a:pt x="163" y="41"/>
                    </a:lnTo>
                    <a:lnTo>
                      <a:pt x="41" y="163"/>
                    </a:lnTo>
                    <a:lnTo>
                      <a:pt x="0" y="122"/>
                    </a:lnTo>
                    <a:lnTo>
                      <a:pt x="123" y="0"/>
                    </a:lnTo>
                    <a:lnTo>
                      <a:pt x="1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90" name=""/>
          <p:cNvGrpSpPr/>
          <p:nvPr/>
        </p:nvGrpSpPr>
        <p:grpSpPr>
          <a:xfrm>
            <a:off x="2808720" y="1445760"/>
            <a:ext cx="1049760" cy="1171800"/>
            <a:chOff x="2808720" y="1445760"/>
            <a:chExt cx="1049760" cy="1171800"/>
          </a:xfrm>
        </p:grpSpPr>
        <p:sp>
          <p:nvSpPr>
            <p:cNvPr id="491" name=""/>
            <p:cNvSpPr/>
            <p:nvPr/>
          </p:nvSpPr>
          <p:spPr>
            <a:xfrm>
              <a:off x="2808720" y="1567800"/>
              <a:ext cx="1049760" cy="1049760"/>
            </a:xfrm>
            <a:custGeom>
              <a:avLst/>
              <a:gdLst/>
              <a:ahLst/>
              <a:rect l="0" t="0" r="r" b="b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2808720" y="1445760"/>
              <a:ext cx="1049760" cy="1050120"/>
            </a:xfrm>
            <a:custGeom>
              <a:avLst/>
              <a:gdLst/>
              <a:ahLst/>
              <a:rect l="0" t="0" r="r" b="b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3127680" y="1792440"/>
              <a:ext cx="394920" cy="394920"/>
            </a:xfrm>
            <a:custGeom>
              <a:avLst/>
              <a:gdLst/>
              <a:ahLst/>
              <a:rect l="0" t="0" r="r" b="b"/>
              <a:pathLst>
                <a:path w="1097" h="1097">
                  <a:moveTo>
                    <a:pt x="548" y="0"/>
                  </a:moveTo>
                  <a:lnTo>
                    <a:pt x="492" y="3"/>
                  </a:lnTo>
                  <a:lnTo>
                    <a:pt x="437" y="11"/>
                  </a:lnTo>
                  <a:lnTo>
                    <a:pt x="385" y="25"/>
                  </a:lnTo>
                  <a:lnTo>
                    <a:pt x="335" y="43"/>
                  </a:lnTo>
                  <a:lnTo>
                    <a:pt x="287" y="66"/>
                  </a:lnTo>
                  <a:lnTo>
                    <a:pt x="241" y="94"/>
                  </a:lnTo>
                  <a:lnTo>
                    <a:pt x="199" y="125"/>
                  </a:lnTo>
                  <a:lnTo>
                    <a:pt x="160" y="161"/>
                  </a:lnTo>
                  <a:lnTo>
                    <a:pt x="125" y="200"/>
                  </a:lnTo>
                  <a:lnTo>
                    <a:pt x="93" y="242"/>
                  </a:lnTo>
                  <a:lnTo>
                    <a:pt x="66" y="287"/>
                  </a:lnTo>
                  <a:lnTo>
                    <a:pt x="43" y="335"/>
                  </a:lnTo>
                  <a:lnTo>
                    <a:pt x="25" y="385"/>
                  </a:lnTo>
                  <a:lnTo>
                    <a:pt x="11" y="438"/>
                  </a:lnTo>
                  <a:lnTo>
                    <a:pt x="3" y="492"/>
                  </a:lnTo>
                  <a:lnTo>
                    <a:pt x="0" y="548"/>
                  </a:lnTo>
                  <a:lnTo>
                    <a:pt x="3" y="604"/>
                  </a:lnTo>
                  <a:lnTo>
                    <a:pt x="11" y="659"/>
                  </a:lnTo>
                  <a:lnTo>
                    <a:pt x="25" y="711"/>
                  </a:lnTo>
                  <a:lnTo>
                    <a:pt x="43" y="762"/>
                  </a:lnTo>
                  <a:lnTo>
                    <a:pt x="66" y="810"/>
                  </a:lnTo>
                  <a:lnTo>
                    <a:pt x="93" y="855"/>
                  </a:lnTo>
                  <a:lnTo>
                    <a:pt x="125" y="897"/>
                  </a:lnTo>
                  <a:lnTo>
                    <a:pt x="160" y="936"/>
                  </a:lnTo>
                  <a:lnTo>
                    <a:pt x="199" y="972"/>
                  </a:lnTo>
                  <a:lnTo>
                    <a:pt x="241" y="1003"/>
                  </a:lnTo>
                  <a:lnTo>
                    <a:pt x="287" y="1031"/>
                  </a:lnTo>
                  <a:lnTo>
                    <a:pt x="335" y="1054"/>
                  </a:lnTo>
                  <a:lnTo>
                    <a:pt x="385" y="1072"/>
                  </a:lnTo>
                  <a:lnTo>
                    <a:pt x="437" y="1086"/>
                  </a:lnTo>
                  <a:lnTo>
                    <a:pt x="492" y="1094"/>
                  </a:lnTo>
                  <a:lnTo>
                    <a:pt x="548" y="1097"/>
                  </a:lnTo>
                  <a:lnTo>
                    <a:pt x="604" y="1094"/>
                  </a:lnTo>
                  <a:lnTo>
                    <a:pt x="659" y="1086"/>
                  </a:lnTo>
                  <a:lnTo>
                    <a:pt x="711" y="1072"/>
                  </a:lnTo>
                  <a:lnTo>
                    <a:pt x="762" y="1054"/>
                  </a:lnTo>
                  <a:lnTo>
                    <a:pt x="810" y="1031"/>
                  </a:lnTo>
                  <a:lnTo>
                    <a:pt x="855" y="1003"/>
                  </a:lnTo>
                  <a:lnTo>
                    <a:pt x="897" y="972"/>
                  </a:lnTo>
                  <a:lnTo>
                    <a:pt x="936" y="936"/>
                  </a:lnTo>
                  <a:lnTo>
                    <a:pt x="972" y="897"/>
                  </a:lnTo>
                  <a:lnTo>
                    <a:pt x="1003" y="855"/>
                  </a:lnTo>
                  <a:lnTo>
                    <a:pt x="1031" y="810"/>
                  </a:lnTo>
                  <a:lnTo>
                    <a:pt x="1054" y="762"/>
                  </a:lnTo>
                  <a:lnTo>
                    <a:pt x="1072" y="711"/>
                  </a:lnTo>
                  <a:lnTo>
                    <a:pt x="1086" y="659"/>
                  </a:lnTo>
                  <a:lnTo>
                    <a:pt x="1094" y="604"/>
                  </a:lnTo>
                  <a:lnTo>
                    <a:pt x="1097" y="548"/>
                  </a:lnTo>
                  <a:lnTo>
                    <a:pt x="1094" y="492"/>
                  </a:lnTo>
                  <a:lnTo>
                    <a:pt x="1086" y="438"/>
                  </a:lnTo>
                  <a:lnTo>
                    <a:pt x="1072" y="385"/>
                  </a:lnTo>
                  <a:lnTo>
                    <a:pt x="1054" y="335"/>
                  </a:lnTo>
                  <a:lnTo>
                    <a:pt x="1031" y="287"/>
                  </a:lnTo>
                  <a:lnTo>
                    <a:pt x="1003" y="242"/>
                  </a:lnTo>
                  <a:lnTo>
                    <a:pt x="972" y="200"/>
                  </a:lnTo>
                  <a:lnTo>
                    <a:pt x="936" y="161"/>
                  </a:lnTo>
                  <a:lnTo>
                    <a:pt x="897" y="125"/>
                  </a:lnTo>
                  <a:lnTo>
                    <a:pt x="855" y="94"/>
                  </a:lnTo>
                  <a:lnTo>
                    <a:pt x="810" y="66"/>
                  </a:lnTo>
                  <a:lnTo>
                    <a:pt x="762" y="43"/>
                  </a:lnTo>
                  <a:lnTo>
                    <a:pt x="711" y="25"/>
                  </a:lnTo>
                  <a:lnTo>
                    <a:pt x="659" y="11"/>
                  </a:lnTo>
                  <a:lnTo>
                    <a:pt x="604" y="3"/>
                  </a:lnTo>
                  <a:lnTo>
                    <a:pt x="548" y="0"/>
                  </a:lnTo>
                  <a:moveTo>
                    <a:pt x="109" y="548"/>
                  </a:moveTo>
                  <a:lnTo>
                    <a:pt x="109" y="536"/>
                  </a:lnTo>
                  <a:lnTo>
                    <a:pt x="110" y="523"/>
                  </a:lnTo>
                  <a:lnTo>
                    <a:pt x="112" y="499"/>
                  </a:lnTo>
                  <a:lnTo>
                    <a:pt x="116" y="475"/>
                  </a:lnTo>
                  <a:lnTo>
                    <a:pt x="121" y="451"/>
                  </a:lnTo>
                  <a:lnTo>
                    <a:pt x="383" y="713"/>
                  </a:lnTo>
                  <a:lnTo>
                    <a:pt x="383" y="768"/>
                  </a:lnTo>
                  <a:lnTo>
                    <a:pt x="384" y="779"/>
                  </a:lnTo>
                  <a:lnTo>
                    <a:pt x="385" y="790"/>
                  </a:lnTo>
                  <a:lnTo>
                    <a:pt x="388" y="800"/>
                  </a:lnTo>
                  <a:lnTo>
                    <a:pt x="392" y="810"/>
                  </a:lnTo>
                  <a:lnTo>
                    <a:pt x="396" y="820"/>
                  </a:lnTo>
                  <a:lnTo>
                    <a:pt x="402" y="829"/>
                  </a:lnTo>
                  <a:lnTo>
                    <a:pt x="408" y="837"/>
                  </a:lnTo>
                  <a:lnTo>
                    <a:pt x="415" y="845"/>
                  </a:lnTo>
                  <a:lnTo>
                    <a:pt x="423" y="852"/>
                  </a:lnTo>
                  <a:lnTo>
                    <a:pt x="432" y="858"/>
                  </a:lnTo>
                  <a:lnTo>
                    <a:pt x="441" y="864"/>
                  </a:lnTo>
                  <a:lnTo>
                    <a:pt x="450" y="868"/>
                  </a:lnTo>
                  <a:lnTo>
                    <a:pt x="461" y="872"/>
                  </a:lnTo>
                  <a:lnTo>
                    <a:pt x="471" y="875"/>
                  </a:lnTo>
                  <a:lnTo>
                    <a:pt x="482" y="876"/>
                  </a:lnTo>
                  <a:lnTo>
                    <a:pt x="493" y="877"/>
                  </a:lnTo>
                  <a:lnTo>
                    <a:pt x="493" y="983"/>
                  </a:lnTo>
                  <a:lnTo>
                    <a:pt x="453" y="976"/>
                  </a:lnTo>
                  <a:lnTo>
                    <a:pt x="415" y="966"/>
                  </a:lnTo>
                  <a:lnTo>
                    <a:pt x="377" y="952"/>
                  </a:lnTo>
                  <a:lnTo>
                    <a:pt x="342" y="935"/>
                  </a:lnTo>
                  <a:lnTo>
                    <a:pt x="308" y="915"/>
                  </a:lnTo>
                  <a:lnTo>
                    <a:pt x="277" y="892"/>
                  </a:lnTo>
                  <a:lnTo>
                    <a:pt x="248" y="867"/>
                  </a:lnTo>
                  <a:lnTo>
                    <a:pt x="220" y="839"/>
                  </a:lnTo>
                  <a:lnTo>
                    <a:pt x="196" y="809"/>
                  </a:lnTo>
                  <a:lnTo>
                    <a:pt x="174" y="776"/>
                  </a:lnTo>
                  <a:lnTo>
                    <a:pt x="155" y="742"/>
                  </a:lnTo>
                  <a:lnTo>
                    <a:pt x="139" y="706"/>
                  </a:lnTo>
                  <a:lnTo>
                    <a:pt x="127" y="669"/>
                  </a:lnTo>
                  <a:lnTo>
                    <a:pt x="118" y="630"/>
                  </a:lnTo>
                  <a:lnTo>
                    <a:pt x="112" y="589"/>
                  </a:lnTo>
                  <a:lnTo>
                    <a:pt x="110" y="548"/>
                  </a:lnTo>
                  <a:lnTo>
                    <a:pt x="109" y="548"/>
                  </a:lnTo>
                  <a:moveTo>
                    <a:pt x="767" y="768"/>
                  </a:moveTo>
                  <a:lnTo>
                    <a:pt x="712" y="768"/>
                  </a:lnTo>
                  <a:lnTo>
                    <a:pt x="712" y="603"/>
                  </a:lnTo>
                  <a:lnTo>
                    <a:pt x="712" y="597"/>
                  </a:lnTo>
                  <a:lnTo>
                    <a:pt x="711" y="592"/>
                  </a:lnTo>
                  <a:lnTo>
                    <a:pt x="709" y="587"/>
                  </a:lnTo>
                  <a:lnTo>
                    <a:pt x="708" y="582"/>
                  </a:lnTo>
                  <a:lnTo>
                    <a:pt x="705" y="577"/>
                  </a:lnTo>
                  <a:lnTo>
                    <a:pt x="702" y="572"/>
                  </a:lnTo>
                  <a:lnTo>
                    <a:pt x="699" y="568"/>
                  </a:lnTo>
                  <a:lnTo>
                    <a:pt x="696" y="564"/>
                  </a:lnTo>
                  <a:lnTo>
                    <a:pt x="692" y="561"/>
                  </a:lnTo>
                  <a:lnTo>
                    <a:pt x="688" y="557"/>
                  </a:lnTo>
                  <a:lnTo>
                    <a:pt x="683" y="555"/>
                  </a:lnTo>
                  <a:lnTo>
                    <a:pt x="678" y="552"/>
                  </a:lnTo>
                  <a:lnTo>
                    <a:pt x="673" y="550"/>
                  </a:lnTo>
                  <a:lnTo>
                    <a:pt x="668" y="549"/>
                  </a:lnTo>
                  <a:lnTo>
                    <a:pt x="663" y="548"/>
                  </a:lnTo>
                  <a:lnTo>
                    <a:pt x="657" y="548"/>
                  </a:lnTo>
                  <a:lnTo>
                    <a:pt x="328" y="548"/>
                  </a:lnTo>
                  <a:lnTo>
                    <a:pt x="328" y="439"/>
                  </a:lnTo>
                  <a:lnTo>
                    <a:pt x="438" y="439"/>
                  </a:lnTo>
                  <a:lnTo>
                    <a:pt x="444" y="439"/>
                  </a:lnTo>
                  <a:lnTo>
                    <a:pt x="449" y="438"/>
                  </a:lnTo>
                  <a:lnTo>
                    <a:pt x="454" y="436"/>
                  </a:lnTo>
                  <a:lnTo>
                    <a:pt x="459" y="435"/>
                  </a:lnTo>
                  <a:lnTo>
                    <a:pt x="464" y="432"/>
                  </a:lnTo>
                  <a:lnTo>
                    <a:pt x="469" y="429"/>
                  </a:lnTo>
                  <a:lnTo>
                    <a:pt x="473" y="426"/>
                  </a:lnTo>
                  <a:lnTo>
                    <a:pt x="477" y="423"/>
                  </a:lnTo>
                  <a:lnTo>
                    <a:pt x="480" y="419"/>
                  </a:lnTo>
                  <a:lnTo>
                    <a:pt x="483" y="415"/>
                  </a:lnTo>
                  <a:lnTo>
                    <a:pt x="486" y="410"/>
                  </a:lnTo>
                  <a:lnTo>
                    <a:pt x="489" y="405"/>
                  </a:lnTo>
                  <a:lnTo>
                    <a:pt x="490" y="400"/>
                  </a:lnTo>
                  <a:lnTo>
                    <a:pt x="492" y="395"/>
                  </a:lnTo>
                  <a:lnTo>
                    <a:pt x="493" y="390"/>
                  </a:lnTo>
                  <a:lnTo>
                    <a:pt x="493" y="384"/>
                  </a:lnTo>
                  <a:lnTo>
                    <a:pt x="493" y="274"/>
                  </a:lnTo>
                  <a:lnTo>
                    <a:pt x="602" y="274"/>
                  </a:lnTo>
                  <a:lnTo>
                    <a:pt x="613" y="273"/>
                  </a:lnTo>
                  <a:lnTo>
                    <a:pt x="624" y="272"/>
                  </a:lnTo>
                  <a:lnTo>
                    <a:pt x="635" y="269"/>
                  </a:lnTo>
                  <a:lnTo>
                    <a:pt x="645" y="265"/>
                  </a:lnTo>
                  <a:lnTo>
                    <a:pt x="655" y="261"/>
                  </a:lnTo>
                  <a:lnTo>
                    <a:pt x="664" y="255"/>
                  </a:lnTo>
                  <a:lnTo>
                    <a:pt x="672" y="249"/>
                  </a:lnTo>
                  <a:lnTo>
                    <a:pt x="680" y="242"/>
                  </a:lnTo>
                  <a:lnTo>
                    <a:pt x="687" y="234"/>
                  </a:lnTo>
                  <a:lnTo>
                    <a:pt x="693" y="226"/>
                  </a:lnTo>
                  <a:lnTo>
                    <a:pt x="699" y="217"/>
                  </a:lnTo>
                  <a:lnTo>
                    <a:pt x="703" y="207"/>
                  </a:lnTo>
                  <a:lnTo>
                    <a:pt x="707" y="197"/>
                  </a:lnTo>
                  <a:lnTo>
                    <a:pt x="710" y="186"/>
                  </a:lnTo>
                  <a:lnTo>
                    <a:pt x="711" y="175"/>
                  </a:lnTo>
                  <a:lnTo>
                    <a:pt x="712" y="164"/>
                  </a:lnTo>
                  <a:lnTo>
                    <a:pt x="712" y="142"/>
                  </a:lnTo>
                  <a:lnTo>
                    <a:pt x="742" y="155"/>
                  </a:lnTo>
                  <a:lnTo>
                    <a:pt x="770" y="171"/>
                  </a:lnTo>
                  <a:lnTo>
                    <a:pt x="797" y="188"/>
                  </a:lnTo>
                  <a:lnTo>
                    <a:pt x="823" y="207"/>
                  </a:lnTo>
                  <a:lnTo>
                    <a:pt x="847" y="228"/>
                  </a:lnTo>
                  <a:lnTo>
                    <a:pt x="870" y="251"/>
                  </a:lnTo>
                  <a:lnTo>
                    <a:pt x="891" y="275"/>
                  </a:lnTo>
                  <a:lnTo>
                    <a:pt x="910" y="301"/>
                  </a:lnTo>
                  <a:lnTo>
                    <a:pt x="927" y="328"/>
                  </a:lnTo>
                  <a:lnTo>
                    <a:pt x="942" y="356"/>
                  </a:lnTo>
                  <a:lnTo>
                    <a:pt x="956" y="386"/>
                  </a:lnTo>
                  <a:lnTo>
                    <a:pt x="967" y="416"/>
                  </a:lnTo>
                  <a:lnTo>
                    <a:pt x="975" y="448"/>
                  </a:lnTo>
                  <a:lnTo>
                    <a:pt x="982" y="481"/>
                  </a:lnTo>
                  <a:lnTo>
                    <a:pt x="986" y="514"/>
                  </a:lnTo>
                  <a:lnTo>
                    <a:pt x="987" y="548"/>
                  </a:lnTo>
                  <a:lnTo>
                    <a:pt x="985" y="590"/>
                  </a:lnTo>
                  <a:lnTo>
                    <a:pt x="979" y="631"/>
                  </a:lnTo>
                  <a:lnTo>
                    <a:pt x="969" y="671"/>
                  </a:lnTo>
                  <a:lnTo>
                    <a:pt x="956" y="710"/>
                  </a:lnTo>
                  <a:lnTo>
                    <a:pt x="939" y="747"/>
                  </a:lnTo>
                  <a:lnTo>
                    <a:pt x="919" y="781"/>
                  </a:lnTo>
                  <a:lnTo>
                    <a:pt x="896" y="814"/>
                  </a:lnTo>
                  <a:lnTo>
                    <a:pt x="871" y="844"/>
                  </a:lnTo>
                  <a:lnTo>
                    <a:pt x="868" y="836"/>
                  </a:lnTo>
                  <a:lnTo>
                    <a:pt x="864" y="828"/>
                  </a:lnTo>
                  <a:lnTo>
                    <a:pt x="860" y="821"/>
                  </a:lnTo>
                  <a:lnTo>
                    <a:pt x="856" y="814"/>
                  </a:lnTo>
                  <a:lnTo>
                    <a:pt x="851" y="807"/>
                  </a:lnTo>
                  <a:lnTo>
                    <a:pt x="845" y="801"/>
                  </a:lnTo>
                  <a:lnTo>
                    <a:pt x="839" y="795"/>
                  </a:lnTo>
                  <a:lnTo>
                    <a:pt x="832" y="789"/>
                  </a:lnTo>
                  <a:lnTo>
                    <a:pt x="825" y="785"/>
                  </a:lnTo>
                  <a:lnTo>
                    <a:pt x="818" y="780"/>
                  </a:lnTo>
                  <a:lnTo>
                    <a:pt x="810" y="777"/>
                  </a:lnTo>
                  <a:lnTo>
                    <a:pt x="802" y="774"/>
                  </a:lnTo>
                  <a:lnTo>
                    <a:pt x="794" y="771"/>
                  </a:lnTo>
                  <a:lnTo>
                    <a:pt x="785" y="769"/>
                  </a:lnTo>
                  <a:lnTo>
                    <a:pt x="776" y="768"/>
                  </a:lnTo>
                  <a:lnTo>
                    <a:pt x="767" y="7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4" name=""/>
          <p:cNvGrpSpPr/>
          <p:nvPr/>
        </p:nvGrpSpPr>
        <p:grpSpPr>
          <a:xfrm>
            <a:off x="4514760" y="1445760"/>
            <a:ext cx="1050120" cy="1171800"/>
            <a:chOff x="4514760" y="1445760"/>
            <a:chExt cx="1050120" cy="1171800"/>
          </a:xfrm>
        </p:grpSpPr>
        <p:sp>
          <p:nvSpPr>
            <p:cNvPr id="495" name=""/>
            <p:cNvSpPr/>
            <p:nvPr/>
          </p:nvSpPr>
          <p:spPr>
            <a:xfrm>
              <a:off x="451476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451476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4866120" y="1819800"/>
              <a:ext cx="316080" cy="315720"/>
            </a:xfrm>
            <a:custGeom>
              <a:avLst/>
              <a:gdLst/>
              <a:ahLst/>
              <a:rect l="0" t="0" r="r" b="b"/>
              <a:pathLst>
                <a:path w="878" h="877">
                  <a:moveTo>
                    <a:pt x="780" y="0"/>
                  </a:moveTo>
                  <a:lnTo>
                    <a:pt x="98" y="0"/>
                  </a:lnTo>
                  <a:lnTo>
                    <a:pt x="88" y="1"/>
                  </a:lnTo>
                  <a:lnTo>
                    <a:pt x="78" y="2"/>
                  </a:lnTo>
                  <a:lnTo>
                    <a:pt x="69" y="4"/>
                  </a:lnTo>
                  <a:lnTo>
                    <a:pt x="60" y="8"/>
                  </a:lnTo>
                  <a:lnTo>
                    <a:pt x="51" y="12"/>
                  </a:lnTo>
                  <a:lnTo>
                    <a:pt x="43" y="17"/>
                  </a:lnTo>
                  <a:lnTo>
                    <a:pt x="36" y="22"/>
                  </a:lnTo>
                  <a:lnTo>
                    <a:pt x="29" y="29"/>
                  </a:lnTo>
                  <a:lnTo>
                    <a:pt x="22" y="36"/>
                  </a:lnTo>
                  <a:lnTo>
                    <a:pt x="17" y="43"/>
                  </a:lnTo>
                  <a:lnTo>
                    <a:pt x="12" y="51"/>
                  </a:lnTo>
                  <a:lnTo>
                    <a:pt x="8" y="60"/>
                  </a:lnTo>
                  <a:lnTo>
                    <a:pt x="4" y="69"/>
                  </a:lnTo>
                  <a:lnTo>
                    <a:pt x="2" y="78"/>
                  </a:lnTo>
                  <a:lnTo>
                    <a:pt x="1" y="88"/>
                  </a:lnTo>
                  <a:lnTo>
                    <a:pt x="0" y="98"/>
                  </a:lnTo>
                  <a:lnTo>
                    <a:pt x="0" y="780"/>
                  </a:lnTo>
                  <a:lnTo>
                    <a:pt x="1" y="790"/>
                  </a:lnTo>
                  <a:lnTo>
                    <a:pt x="2" y="800"/>
                  </a:lnTo>
                  <a:lnTo>
                    <a:pt x="4" y="809"/>
                  </a:lnTo>
                  <a:lnTo>
                    <a:pt x="8" y="818"/>
                  </a:lnTo>
                  <a:lnTo>
                    <a:pt x="12" y="826"/>
                  </a:lnTo>
                  <a:lnTo>
                    <a:pt x="17" y="834"/>
                  </a:lnTo>
                  <a:lnTo>
                    <a:pt x="22" y="842"/>
                  </a:lnTo>
                  <a:lnTo>
                    <a:pt x="29" y="849"/>
                  </a:lnTo>
                  <a:lnTo>
                    <a:pt x="36" y="855"/>
                  </a:lnTo>
                  <a:lnTo>
                    <a:pt x="43" y="860"/>
                  </a:lnTo>
                  <a:lnTo>
                    <a:pt x="51" y="865"/>
                  </a:lnTo>
                  <a:lnTo>
                    <a:pt x="60" y="869"/>
                  </a:lnTo>
                  <a:lnTo>
                    <a:pt x="69" y="873"/>
                  </a:lnTo>
                  <a:lnTo>
                    <a:pt x="78" y="875"/>
                  </a:lnTo>
                  <a:lnTo>
                    <a:pt x="88" y="876"/>
                  </a:lnTo>
                  <a:lnTo>
                    <a:pt x="98" y="877"/>
                  </a:lnTo>
                  <a:lnTo>
                    <a:pt x="780" y="877"/>
                  </a:lnTo>
                  <a:lnTo>
                    <a:pt x="790" y="876"/>
                  </a:lnTo>
                  <a:lnTo>
                    <a:pt x="800" y="875"/>
                  </a:lnTo>
                  <a:lnTo>
                    <a:pt x="809" y="873"/>
                  </a:lnTo>
                  <a:lnTo>
                    <a:pt x="818" y="869"/>
                  </a:lnTo>
                  <a:lnTo>
                    <a:pt x="827" y="865"/>
                  </a:lnTo>
                  <a:lnTo>
                    <a:pt x="835" y="860"/>
                  </a:lnTo>
                  <a:lnTo>
                    <a:pt x="842" y="855"/>
                  </a:lnTo>
                  <a:lnTo>
                    <a:pt x="849" y="849"/>
                  </a:lnTo>
                  <a:lnTo>
                    <a:pt x="856" y="842"/>
                  </a:lnTo>
                  <a:lnTo>
                    <a:pt x="861" y="834"/>
                  </a:lnTo>
                  <a:lnTo>
                    <a:pt x="866" y="826"/>
                  </a:lnTo>
                  <a:lnTo>
                    <a:pt x="870" y="818"/>
                  </a:lnTo>
                  <a:lnTo>
                    <a:pt x="874" y="809"/>
                  </a:lnTo>
                  <a:lnTo>
                    <a:pt x="876" y="800"/>
                  </a:lnTo>
                  <a:lnTo>
                    <a:pt x="877" y="790"/>
                  </a:lnTo>
                  <a:lnTo>
                    <a:pt x="878" y="780"/>
                  </a:lnTo>
                  <a:lnTo>
                    <a:pt x="878" y="98"/>
                  </a:lnTo>
                  <a:lnTo>
                    <a:pt x="877" y="88"/>
                  </a:lnTo>
                  <a:lnTo>
                    <a:pt x="876" y="78"/>
                  </a:lnTo>
                  <a:lnTo>
                    <a:pt x="874" y="69"/>
                  </a:lnTo>
                  <a:lnTo>
                    <a:pt x="870" y="60"/>
                  </a:lnTo>
                  <a:lnTo>
                    <a:pt x="866" y="51"/>
                  </a:lnTo>
                  <a:lnTo>
                    <a:pt x="861" y="43"/>
                  </a:lnTo>
                  <a:lnTo>
                    <a:pt x="856" y="36"/>
                  </a:lnTo>
                  <a:lnTo>
                    <a:pt x="849" y="29"/>
                  </a:lnTo>
                  <a:lnTo>
                    <a:pt x="842" y="22"/>
                  </a:lnTo>
                  <a:lnTo>
                    <a:pt x="835" y="17"/>
                  </a:lnTo>
                  <a:lnTo>
                    <a:pt x="827" y="12"/>
                  </a:lnTo>
                  <a:lnTo>
                    <a:pt x="818" y="8"/>
                  </a:lnTo>
                  <a:lnTo>
                    <a:pt x="809" y="4"/>
                  </a:lnTo>
                  <a:lnTo>
                    <a:pt x="800" y="2"/>
                  </a:lnTo>
                  <a:lnTo>
                    <a:pt x="790" y="1"/>
                  </a:lnTo>
                  <a:lnTo>
                    <a:pt x="780" y="0"/>
                  </a:lnTo>
                  <a:moveTo>
                    <a:pt x="780" y="780"/>
                  </a:moveTo>
                  <a:lnTo>
                    <a:pt x="98" y="780"/>
                  </a:lnTo>
                  <a:lnTo>
                    <a:pt x="98" y="98"/>
                  </a:lnTo>
                  <a:lnTo>
                    <a:pt x="780" y="98"/>
                  </a:lnTo>
                  <a:lnTo>
                    <a:pt x="780" y="780"/>
                  </a:lnTo>
                  <a:moveTo>
                    <a:pt x="195" y="341"/>
                  </a:moveTo>
                  <a:lnTo>
                    <a:pt x="293" y="341"/>
                  </a:lnTo>
                  <a:lnTo>
                    <a:pt x="293" y="682"/>
                  </a:lnTo>
                  <a:lnTo>
                    <a:pt x="195" y="682"/>
                  </a:lnTo>
                  <a:lnTo>
                    <a:pt x="195" y="341"/>
                  </a:lnTo>
                  <a:moveTo>
                    <a:pt x="390" y="195"/>
                  </a:moveTo>
                  <a:lnTo>
                    <a:pt x="488" y="195"/>
                  </a:lnTo>
                  <a:lnTo>
                    <a:pt x="488" y="682"/>
                  </a:lnTo>
                  <a:lnTo>
                    <a:pt x="390" y="682"/>
                  </a:lnTo>
                  <a:lnTo>
                    <a:pt x="390" y="195"/>
                  </a:lnTo>
                  <a:moveTo>
                    <a:pt x="585" y="488"/>
                  </a:moveTo>
                  <a:lnTo>
                    <a:pt x="683" y="488"/>
                  </a:lnTo>
                  <a:lnTo>
                    <a:pt x="683" y="682"/>
                  </a:lnTo>
                  <a:lnTo>
                    <a:pt x="585" y="682"/>
                  </a:lnTo>
                  <a:lnTo>
                    <a:pt x="585" y="4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8" name=""/>
          <p:cNvGrpSpPr/>
          <p:nvPr/>
        </p:nvGrpSpPr>
        <p:grpSpPr>
          <a:xfrm>
            <a:off x="6204240" y="1445760"/>
            <a:ext cx="1050120" cy="1171800"/>
            <a:chOff x="6204240" y="1445760"/>
            <a:chExt cx="1050120" cy="1171800"/>
          </a:xfrm>
        </p:grpSpPr>
        <p:sp>
          <p:nvSpPr>
            <p:cNvPr id="499" name=""/>
            <p:cNvSpPr/>
            <p:nvPr/>
          </p:nvSpPr>
          <p:spPr>
            <a:xfrm>
              <a:off x="620424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620424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01" name=""/>
            <p:cNvGrpSpPr/>
            <p:nvPr/>
          </p:nvGrpSpPr>
          <p:grpSpPr>
            <a:xfrm>
              <a:off x="6537240" y="1805040"/>
              <a:ext cx="355320" cy="333000"/>
              <a:chOff x="6537240" y="1805040"/>
              <a:chExt cx="355320" cy="333000"/>
            </a:xfrm>
          </p:grpSpPr>
          <p:sp>
            <p:nvSpPr>
              <p:cNvPr id="502" name=""/>
              <p:cNvSpPr/>
              <p:nvPr/>
            </p:nvSpPr>
            <p:spPr>
              <a:xfrm>
                <a:off x="6747120" y="1992600"/>
                <a:ext cx="145440" cy="145440"/>
              </a:xfrm>
              <a:custGeom>
                <a:avLst/>
                <a:gdLst/>
                <a:ahLst/>
                <a:rect l="0" t="0" r="r" b="b"/>
                <a:pathLst>
                  <a:path w="404" h="404">
                    <a:moveTo>
                      <a:pt x="351" y="351"/>
                    </a:moveTo>
                    <a:lnTo>
                      <a:pt x="299" y="404"/>
                    </a:lnTo>
                    <a:lnTo>
                      <a:pt x="0" y="105"/>
                    </a:lnTo>
                    <a:lnTo>
                      <a:pt x="105" y="0"/>
                    </a:lnTo>
                    <a:lnTo>
                      <a:pt x="404" y="299"/>
                    </a:lnTo>
                    <a:lnTo>
                      <a:pt x="351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3" name=""/>
              <p:cNvSpPr/>
              <p:nvPr/>
            </p:nvSpPr>
            <p:spPr>
              <a:xfrm>
                <a:off x="6537240" y="1805040"/>
                <a:ext cx="339120" cy="332640"/>
              </a:xfrm>
              <a:custGeom>
                <a:avLst/>
                <a:gdLst/>
                <a:ahLst/>
                <a:rect l="0" t="0" r="r" b="b"/>
                <a:pathLst>
                  <a:path w="942" h="924">
                    <a:moveTo>
                      <a:pt x="768" y="368"/>
                    </a:moveTo>
                    <a:lnTo>
                      <a:pt x="786" y="368"/>
                    </a:lnTo>
                    <a:lnTo>
                      <a:pt x="803" y="365"/>
                    </a:lnTo>
                    <a:lnTo>
                      <a:pt x="820" y="361"/>
                    </a:lnTo>
                    <a:lnTo>
                      <a:pt x="836" y="355"/>
                    </a:lnTo>
                    <a:lnTo>
                      <a:pt x="851" y="347"/>
                    </a:lnTo>
                    <a:lnTo>
                      <a:pt x="865" y="338"/>
                    </a:lnTo>
                    <a:lnTo>
                      <a:pt x="879" y="328"/>
                    </a:lnTo>
                    <a:lnTo>
                      <a:pt x="891" y="317"/>
                    </a:lnTo>
                    <a:lnTo>
                      <a:pt x="902" y="305"/>
                    </a:lnTo>
                    <a:lnTo>
                      <a:pt x="912" y="291"/>
                    </a:lnTo>
                    <a:lnTo>
                      <a:pt x="921" y="277"/>
                    </a:lnTo>
                    <a:lnTo>
                      <a:pt x="928" y="261"/>
                    </a:lnTo>
                    <a:lnTo>
                      <a:pt x="934" y="245"/>
                    </a:lnTo>
                    <a:lnTo>
                      <a:pt x="938" y="229"/>
                    </a:lnTo>
                    <a:lnTo>
                      <a:pt x="941" y="211"/>
                    </a:lnTo>
                    <a:lnTo>
                      <a:pt x="942" y="193"/>
                    </a:lnTo>
                    <a:lnTo>
                      <a:pt x="942" y="183"/>
                    </a:lnTo>
                    <a:lnTo>
                      <a:pt x="941" y="172"/>
                    </a:lnTo>
                    <a:lnTo>
                      <a:pt x="939" y="162"/>
                    </a:lnTo>
                    <a:lnTo>
                      <a:pt x="936" y="152"/>
                    </a:lnTo>
                    <a:lnTo>
                      <a:pt x="934" y="142"/>
                    </a:lnTo>
                    <a:lnTo>
                      <a:pt x="930" y="132"/>
                    </a:lnTo>
                    <a:lnTo>
                      <a:pt x="926" y="123"/>
                    </a:lnTo>
                    <a:lnTo>
                      <a:pt x="922" y="113"/>
                    </a:lnTo>
                    <a:lnTo>
                      <a:pt x="787" y="248"/>
                    </a:lnTo>
                    <a:lnTo>
                      <a:pt x="713" y="174"/>
                    </a:lnTo>
                    <a:lnTo>
                      <a:pt x="848" y="39"/>
                    </a:lnTo>
                    <a:lnTo>
                      <a:pt x="839" y="35"/>
                    </a:lnTo>
                    <a:lnTo>
                      <a:pt x="829" y="31"/>
                    </a:lnTo>
                    <a:lnTo>
                      <a:pt x="820" y="28"/>
                    </a:lnTo>
                    <a:lnTo>
                      <a:pt x="810" y="25"/>
                    </a:lnTo>
                    <a:lnTo>
                      <a:pt x="800" y="23"/>
                    </a:lnTo>
                    <a:lnTo>
                      <a:pt x="789" y="21"/>
                    </a:lnTo>
                    <a:lnTo>
                      <a:pt x="779" y="20"/>
                    </a:lnTo>
                    <a:lnTo>
                      <a:pt x="768" y="19"/>
                    </a:lnTo>
                    <a:lnTo>
                      <a:pt x="750" y="20"/>
                    </a:lnTo>
                    <a:lnTo>
                      <a:pt x="733" y="23"/>
                    </a:lnTo>
                    <a:lnTo>
                      <a:pt x="716" y="27"/>
                    </a:lnTo>
                    <a:lnTo>
                      <a:pt x="700" y="33"/>
                    </a:lnTo>
                    <a:lnTo>
                      <a:pt x="685" y="41"/>
                    </a:lnTo>
                    <a:lnTo>
                      <a:pt x="670" y="49"/>
                    </a:lnTo>
                    <a:lnTo>
                      <a:pt x="657" y="59"/>
                    </a:lnTo>
                    <a:lnTo>
                      <a:pt x="644" y="70"/>
                    </a:lnTo>
                    <a:lnTo>
                      <a:pt x="633" y="83"/>
                    </a:lnTo>
                    <a:lnTo>
                      <a:pt x="623" y="96"/>
                    </a:lnTo>
                    <a:lnTo>
                      <a:pt x="614" y="111"/>
                    </a:lnTo>
                    <a:lnTo>
                      <a:pt x="607" y="126"/>
                    </a:lnTo>
                    <a:lnTo>
                      <a:pt x="601" y="142"/>
                    </a:lnTo>
                    <a:lnTo>
                      <a:pt x="597" y="158"/>
                    </a:lnTo>
                    <a:lnTo>
                      <a:pt x="594" y="176"/>
                    </a:lnTo>
                    <a:lnTo>
                      <a:pt x="593" y="193"/>
                    </a:lnTo>
                    <a:lnTo>
                      <a:pt x="593" y="201"/>
                    </a:lnTo>
                    <a:lnTo>
                      <a:pt x="594" y="209"/>
                    </a:lnTo>
                    <a:lnTo>
                      <a:pt x="595" y="216"/>
                    </a:lnTo>
                    <a:lnTo>
                      <a:pt x="596" y="224"/>
                    </a:lnTo>
                    <a:lnTo>
                      <a:pt x="597" y="231"/>
                    </a:lnTo>
                    <a:lnTo>
                      <a:pt x="599" y="238"/>
                    </a:lnTo>
                    <a:lnTo>
                      <a:pt x="601" y="245"/>
                    </a:lnTo>
                    <a:lnTo>
                      <a:pt x="604" y="251"/>
                    </a:lnTo>
                    <a:lnTo>
                      <a:pt x="512" y="343"/>
                    </a:lnTo>
                    <a:lnTo>
                      <a:pt x="423" y="254"/>
                    </a:lnTo>
                    <a:lnTo>
                      <a:pt x="458" y="219"/>
                    </a:lnTo>
                    <a:lnTo>
                      <a:pt x="388" y="149"/>
                    </a:lnTo>
                    <a:lnTo>
                      <a:pt x="494" y="43"/>
                    </a:lnTo>
                    <a:lnTo>
                      <a:pt x="483" y="33"/>
                    </a:lnTo>
                    <a:lnTo>
                      <a:pt x="470" y="24"/>
                    </a:lnTo>
                    <a:lnTo>
                      <a:pt x="458" y="17"/>
                    </a:lnTo>
                    <a:lnTo>
                      <a:pt x="444" y="11"/>
                    </a:lnTo>
                    <a:lnTo>
                      <a:pt x="431" y="6"/>
                    </a:lnTo>
                    <a:lnTo>
                      <a:pt x="417" y="3"/>
                    </a:lnTo>
                    <a:lnTo>
                      <a:pt x="402" y="1"/>
                    </a:lnTo>
                    <a:lnTo>
                      <a:pt x="388" y="0"/>
                    </a:lnTo>
                    <a:lnTo>
                      <a:pt x="374" y="1"/>
                    </a:lnTo>
                    <a:lnTo>
                      <a:pt x="359" y="3"/>
                    </a:lnTo>
                    <a:lnTo>
                      <a:pt x="345" y="6"/>
                    </a:lnTo>
                    <a:lnTo>
                      <a:pt x="332" y="11"/>
                    </a:lnTo>
                    <a:lnTo>
                      <a:pt x="318" y="17"/>
                    </a:lnTo>
                    <a:lnTo>
                      <a:pt x="306" y="24"/>
                    </a:lnTo>
                    <a:lnTo>
                      <a:pt x="293" y="33"/>
                    </a:lnTo>
                    <a:lnTo>
                      <a:pt x="282" y="43"/>
                    </a:lnTo>
                    <a:lnTo>
                      <a:pt x="106" y="220"/>
                    </a:lnTo>
                    <a:lnTo>
                      <a:pt x="176" y="290"/>
                    </a:lnTo>
                    <a:lnTo>
                      <a:pt x="36" y="290"/>
                    </a:lnTo>
                    <a:lnTo>
                      <a:pt x="0" y="325"/>
                    </a:lnTo>
                    <a:lnTo>
                      <a:pt x="177" y="502"/>
                    </a:lnTo>
                    <a:lnTo>
                      <a:pt x="212" y="466"/>
                    </a:lnTo>
                    <a:lnTo>
                      <a:pt x="212" y="325"/>
                    </a:lnTo>
                    <a:lnTo>
                      <a:pt x="282" y="396"/>
                    </a:lnTo>
                    <a:lnTo>
                      <a:pt x="318" y="360"/>
                    </a:lnTo>
                    <a:lnTo>
                      <a:pt x="407" y="449"/>
                    </a:lnTo>
                    <a:lnTo>
                      <a:pt x="37" y="818"/>
                    </a:lnTo>
                    <a:lnTo>
                      <a:pt x="143" y="924"/>
                    </a:lnTo>
                    <a:lnTo>
                      <a:pt x="710" y="357"/>
                    </a:lnTo>
                    <a:lnTo>
                      <a:pt x="717" y="360"/>
                    </a:lnTo>
                    <a:lnTo>
                      <a:pt x="724" y="362"/>
                    </a:lnTo>
                    <a:lnTo>
                      <a:pt x="731" y="364"/>
                    </a:lnTo>
                    <a:lnTo>
                      <a:pt x="738" y="366"/>
                    </a:lnTo>
                    <a:lnTo>
                      <a:pt x="746" y="367"/>
                    </a:lnTo>
                    <a:lnTo>
                      <a:pt x="753" y="368"/>
                    </a:lnTo>
                    <a:lnTo>
                      <a:pt x="760" y="368"/>
                    </a:lnTo>
                    <a:lnTo>
                      <a:pt x="768" y="36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504" name=""/>
          <p:cNvGrpSpPr/>
          <p:nvPr/>
        </p:nvGrpSpPr>
        <p:grpSpPr>
          <a:xfrm>
            <a:off x="7943400" y="1445760"/>
            <a:ext cx="1049760" cy="1171800"/>
            <a:chOff x="7943400" y="1445760"/>
            <a:chExt cx="1049760" cy="1171800"/>
          </a:xfrm>
        </p:grpSpPr>
        <p:sp>
          <p:nvSpPr>
            <p:cNvPr id="505" name=""/>
            <p:cNvSpPr/>
            <p:nvPr/>
          </p:nvSpPr>
          <p:spPr>
            <a:xfrm>
              <a:off x="7943400" y="1567800"/>
              <a:ext cx="1049760" cy="1049760"/>
            </a:xfrm>
            <a:custGeom>
              <a:avLst/>
              <a:gdLst/>
              <a:ahLst/>
              <a:rect l="0" t="0" r="r" b="b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7943400" y="1445760"/>
              <a:ext cx="1049760" cy="1050120"/>
            </a:xfrm>
            <a:custGeom>
              <a:avLst/>
              <a:gdLst/>
              <a:ahLst/>
              <a:rect l="0" t="0" r="r" b="b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8269560" y="1774800"/>
              <a:ext cx="356760" cy="394560"/>
            </a:xfrm>
            <a:custGeom>
              <a:avLst/>
              <a:gdLst/>
              <a:ahLst/>
              <a:rect l="0" t="0" r="r" b="b"/>
              <a:pathLst>
                <a:path w="991" h="1096">
                  <a:moveTo>
                    <a:pt x="825" y="775"/>
                  </a:moveTo>
                  <a:lnTo>
                    <a:pt x="817" y="775"/>
                  </a:lnTo>
                  <a:lnTo>
                    <a:pt x="810" y="776"/>
                  </a:lnTo>
                  <a:lnTo>
                    <a:pt x="795" y="778"/>
                  </a:lnTo>
                  <a:lnTo>
                    <a:pt x="780" y="782"/>
                  </a:lnTo>
                  <a:lnTo>
                    <a:pt x="767" y="787"/>
                  </a:lnTo>
                  <a:lnTo>
                    <a:pt x="753" y="793"/>
                  </a:lnTo>
                  <a:lnTo>
                    <a:pt x="741" y="800"/>
                  </a:lnTo>
                  <a:lnTo>
                    <a:pt x="729" y="808"/>
                  </a:lnTo>
                  <a:lnTo>
                    <a:pt x="718" y="817"/>
                  </a:lnTo>
                  <a:lnTo>
                    <a:pt x="325" y="589"/>
                  </a:lnTo>
                  <a:lnTo>
                    <a:pt x="327" y="579"/>
                  </a:lnTo>
                  <a:lnTo>
                    <a:pt x="329" y="570"/>
                  </a:lnTo>
                  <a:lnTo>
                    <a:pt x="329" y="565"/>
                  </a:lnTo>
                  <a:lnTo>
                    <a:pt x="330" y="560"/>
                  </a:lnTo>
                  <a:lnTo>
                    <a:pt x="330" y="555"/>
                  </a:lnTo>
                  <a:lnTo>
                    <a:pt x="330" y="550"/>
                  </a:lnTo>
                  <a:lnTo>
                    <a:pt x="330" y="545"/>
                  </a:lnTo>
                  <a:lnTo>
                    <a:pt x="330" y="540"/>
                  </a:lnTo>
                  <a:lnTo>
                    <a:pt x="329" y="535"/>
                  </a:lnTo>
                  <a:lnTo>
                    <a:pt x="329" y="531"/>
                  </a:lnTo>
                  <a:lnTo>
                    <a:pt x="327" y="521"/>
                  </a:lnTo>
                  <a:lnTo>
                    <a:pt x="325" y="512"/>
                  </a:lnTo>
                  <a:lnTo>
                    <a:pt x="713" y="286"/>
                  </a:lnTo>
                  <a:lnTo>
                    <a:pt x="725" y="296"/>
                  </a:lnTo>
                  <a:lnTo>
                    <a:pt x="737" y="304"/>
                  </a:lnTo>
                  <a:lnTo>
                    <a:pt x="750" y="312"/>
                  </a:lnTo>
                  <a:lnTo>
                    <a:pt x="764" y="318"/>
                  </a:lnTo>
                  <a:lnTo>
                    <a:pt x="779" y="323"/>
                  </a:lnTo>
                  <a:lnTo>
                    <a:pt x="794" y="327"/>
                  </a:lnTo>
                  <a:lnTo>
                    <a:pt x="809" y="329"/>
                  </a:lnTo>
                  <a:lnTo>
                    <a:pt x="825" y="330"/>
                  </a:lnTo>
                  <a:lnTo>
                    <a:pt x="842" y="329"/>
                  </a:lnTo>
                  <a:lnTo>
                    <a:pt x="859" y="327"/>
                  </a:lnTo>
                  <a:lnTo>
                    <a:pt x="874" y="323"/>
                  </a:lnTo>
                  <a:lnTo>
                    <a:pt x="890" y="317"/>
                  </a:lnTo>
                  <a:lnTo>
                    <a:pt x="904" y="310"/>
                  </a:lnTo>
                  <a:lnTo>
                    <a:pt x="918" y="302"/>
                  </a:lnTo>
                  <a:lnTo>
                    <a:pt x="931" y="292"/>
                  </a:lnTo>
                  <a:lnTo>
                    <a:pt x="942" y="282"/>
                  </a:lnTo>
                  <a:lnTo>
                    <a:pt x="953" y="270"/>
                  </a:lnTo>
                  <a:lnTo>
                    <a:pt x="963" y="257"/>
                  </a:lnTo>
                  <a:lnTo>
                    <a:pt x="971" y="244"/>
                  </a:lnTo>
                  <a:lnTo>
                    <a:pt x="978" y="229"/>
                  </a:lnTo>
                  <a:lnTo>
                    <a:pt x="984" y="214"/>
                  </a:lnTo>
                  <a:lnTo>
                    <a:pt x="988" y="198"/>
                  </a:lnTo>
                  <a:lnTo>
                    <a:pt x="990" y="182"/>
                  </a:lnTo>
                  <a:lnTo>
                    <a:pt x="991" y="165"/>
                  </a:lnTo>
                  <a:lnTo>
                    <a:pt x="990" y="148"/>
                  </a:lnTo>
                  <a:lnTo>
                    <a:pt x="988" y="132"/>
                  </a:lnTo>
                  <a:lnTo>
                    <a:pt x="984" y="116"/>
                  </a:lnTo>
                  <a:lnTo>
                    <a:pt x="978" y="101"/>
                  </a:lnTo>
                  <a:lnTo>
                    <a:pt x="971" y="86"/>
                  </a:lnTo>
                  <a:lnTo>
                    <a:pt x="963" y="73"/>
                  </a:lnTo>
                  <a:lnTo>
                    <a:pt x="953" y="60"/>
                  </a:lnTo>
                  <a:lnTo>
                    <a:pt x="942" y="48"/>
                  </a:lnTo>
                  <a:lnTo>
                    <a:pt x="931" y="38"/>
                  </a:lnTo>
                  <a:lnTo>
                    <a:pt x="918" y="28"/>
                  </a:lnTo>
                  <a:lnTo>
                    <a:pt x="904" y="20"/>
                  </a:lnTo>
                  <a:lnTo>
                    <a:pt x="890" y="13"/>
                  </a:lnTo>
                  <a:lnTo>
                    <a:pt x="874" y="7"/>
                  </a:lnTo>
                  <a:lnTo>
                    <a:pt x="859" y="3"/>
                  </a:lnTo>
                  <a:lnTo>
                    <a:pt x="842" y="1"/>
                  </a:lnTo>
                  <a:lnTo>
                    <a:pt x="825" y="0"/>
                  </a:lnTo>
                  <a:lnTo>
                    <a:pt x="808" y="1"/>
                  </a:lnTo>
                  <a:lnTo>
                    <a:pt x="792" y="3"/>
                  </a:lnTo>
                  <a:lnTo>
                    <a:pt x="776" y="7"/>
                  </a:lnTo>
                  <a:lnTo>
                    <a:pt x="761" y="13"/>
                  </a:lnTo>
                  <a:lnTo>
                    <a:pt x="746" y="20"/>
                  </a:lnTo>
                  <a:lnTo>
                    <a:pt x="733" y="28"/>
                  </a:lnTo>
                  <a:lnTo>
                    <a:pt x="720" y="38"/>
                  </a:lnTo>
                  <a:lnTo>
                    <a:pt x="708" y="48"/>
                  </a:lnTo>
                  <a:lnTo>
                    <a:pt x="698" y="60"/>
                  </a:lnTo>
                  <a:lnTo>
                    <a:pt x="688" y="73"/>
                  </a:lnTo>
                  <a:lnTo>
                    <a:pt x="680" y="86"/>
                  </a:lnTo>
                  <a:lnTo>
                    <a:pt x="673" y="101"/>
                  </a:lnTo>
                  <a:lnTo>
                    <a:pt x="667" y="116"/>
                  </a:lnTo>
                  <a:lnTo>
                    <a:pt x="663" y="132"/>
                  </a:lnTo>
                  <a:lnTo>
                    <a:pt x="661" y="148"/>
                  </a:lnTo>
                  <a:lnTo>
                    <a:pt x="660" y="165"/>
                  </a:lnTo>
                  <a:lnTo>
                    <a:pt x="660" y="170"/>
                  </a:lnTo>
                  <a:lnTo>
                    <a:pt x="660" y="175"/>
                  </a:lnTo>
                  <a:lnTo>
                    <a:pt x="662" y="184"/>
                  </a:lnTo>
                  <a:lnTo>
                    <a:pt x="665" y="204"/>
                  </a:lnTo>
                  <a:lnTo>
                    <a:pt x="277" y="430"/>
                  </a:lnTo>
                  <a:lnTo>
                    <a:pt x="265" y="420"/>
                  </a:lnTo>
                  <a:lnTo>
                    <a:pt x="253" y="411"/>
                  </a:lnTo>
                  <a:lnTo>
                    <a:pt x="240" y="403"/>
                  </a:lnTo>
                  <a:lnTo>
                    <a:pt x="226" y="397"/>
                  </a:lnTo>
                  <a:lnTo>
                    <a:pt x="211" y="392"/>
                  </a:lnTo>
                  <a:lnTo>
                    <a:pt x="196" y="388"/>
                  </a:lnTo>
                  <a:lnTo>
                    <a:pt x="181" y="386"/>
                  </a:lnTo>
                  <a:lnTo>
                    <a:pt x="165" y="385"/>
                  </a:lnTo>
                  <a:lnTo>
                    <a:pt x="148" y="386"/>
                  </a:lnTo>
                  <a:lnTo>
                    <a:pt x="131" y="388"/>
                  </a:lnTo>
                  <a:lnTo>
                    <a:pt x="116" y="392"/>
                  </a:lnTo>
                  <a:lnTo>
                    <a:pt x="100" y="398"/>
                  </a:lnTo>
                  <a:lnTo>
                    <a:pt x="86" y="405"/>
                  </a:lnTo>
                  <a:lnTo>
                    <a:pt x="72" y="413"/>
                  </a:lnTo>
                  <a:lnTo>
                    <a:pt x="60" y="423"/>
                  </a:lnTo>
                  <a:lnTo>
                    <a:pt x="48" y="433"/>
                  </a:lnTo>
                  <a:lnTo>
                    <a:pt x="37" y="445"/>
                  </a:lnTo>
                  <a:lnTo>
                    <a:pt x="28" y="458"/>
                  </a:lnTo>
                  <a:lnTo>
                    <a:pt x="20" y="471"/>
                  </a:lnTo>
                  <a:lnTo>
                    <a:pt x="13" y="486"/>
                  </a:lnTo>
                  <a:lnTo>
                    <a:pt x="7" y="501"/>
                  </a:lnTo>
                  <a:lnTo>
                    <a:pt x="3" y="517"/>
                  </a:lnTo>
                  <a:lnTo>
                    <a:pt x="1" y="533"/>
                  </a:lnTo>
                  <a:lnTo>
                    <a:pt x="0" y="550"/>
                  </a:lnTo>
                  <a:lnTo>
                    <a:pt x="1" y="567"/>
                  </a:lnTo>
                  <a:lnTo>
                    <a:pt x="3" y="584"/>
                  </a:lnTo>
                  <a:lnTo>
                    <a:pt x="7" y="599"/>
                  </a:lnTo>
                  <a:lnTo>
                    <a:pt x="13" y="615"/>
                  </a:lnTo>
                  <a:lnTo>
                    <a:pt x="20" y="629"/>
                  </a:lnTo>
                  <a:lnTo>
                    <a:pt x="28" y="643"/>
                  </a:lnTo>
                  <a:lnTo>
                    <a:pt x="37" y="656"/>
                  </a:lnTo>
                  <a:lnTo>
                    <a:pt x="48" y="667"/>
                  </a:lnTo>
                  <a:lnTo>
                    <a:pt x="60" y="678"/>
                  </a:lnTo>
                  <a:lnTo>
                    <a:pt x="72" y="688"/>
                  </a:lnTo>
                  <a:lnTo>
                    <a:pt x="86" y="696"/>
                  </a:lnTo>
                  <a:lnTo>
                    <a:pt x="100" y="703"/>
                  </a:lnTo>
                  <a:lnTo>
                    <a:pt x="116" y="709"/>
                  </a:lnTo>
                  <a:lnTo>
                    <a:pt x="131" y="713"/>
                  </a:lnTo>
                  <a:lnTo>
                    <a:pt x="148" y="715"/>
                  </a:lnTo>
                  <a:lnTo>
                    <a:pt x="165" y="716"/>
                  </a:lnTo>
                  <a:lnTo>
                    <a:pt x="173" y="716"/>
                  </a:lnTo>
                  <a:lnTo>
                    <a:pt x="181" y="715"/>
                  </a:lnTo>
                  <a:lnTo>
                    <a:pt x="189" y="714"/>
                  </a:lnTo>
                  <a:lnTo>
                    <a:pt x="196" y="713"/>
                  </a:lnTo>
                  <a:lnTo>
                    <a:pt x="211" y="709"/>
                  </a:lnTo>
                  <a:lnTo>
                    <a:pt x="226" y="704"/>
                  </a:lnTo>
                  <a:lnTo>
                    <a:pt x="240" y="697"/>
                  </a:lnTo>
                  <a:lnTo>
                    <a:pt x="253" y="689"/>
                  </a:lnTo>
                  <a:lnTo>
                    <a:pt x="265" y="681"/>
                  </a:lnTo>
                  <a:lnTo>
                    <a:pt x="277" y="671"/>
                  </a:lnTo>
                  <a:lnTo>
                    <a:pt x="669" y="900"/>
                  </a:lnTo>
                  <a:lnTo>
                    <a:pt x="668" y="904"/>
                  </a:lnTo>
                  <a:lnTo>
                    <a:pt x="667" y="909"/>
                  </a:lnTo>
                  <a:lnTo>
                    <a:pt x="666" y="913"/>
                  </a:lnTo>
                  <a:lnTo>
                    <a:pt x="666" y="918"/>
                  </a:lnTo>
                  <a:lnTo>
                    <a:pt x="665" y="927"/>
                  </a:lnTo>
                  <a:lnTo>
                    <a:pt x="665" y="936"/>
                  </a:lnTo>
                  <a:lnTo>
                    <a:pt x="666" y="952"/>
                  </a:lnTo>
                  <a:lnTo>
                    <a:pt x="668" y="968"/>
                  </a:lnTo>
                  <a:lnTo>
                    <a:pt x="672" y="983"/>
                  </a:lnTo>
                  <a:lnTo>
                    <a:pt x="678" y="998"/>
                  </a:lnTo>
                  <a:lnTo>
                    <a:pt x="684" y="1012"/>
                  </a:lnTo>
                  <a:lnTo>
                    <a:pt x="692" y="1025"/>
                  </a:lnTo>
                  <a:lnTo>
                    <a:pt x="702" y="1038"/>
                  </a:lnTo>
                  <a:lnTo>
                    <a:pt x="712" y="1049"/>
                  </a:lnTo>
                  <a:lnTo>
                    <a:pt x="724" y="1059"/>
                  </a:lnTo>
                  <a:lnTo>
                    <a:pt x="736" y="1069"/>
                  </a:lnTo>
                  <a:lnTo>
                    <a:pt x="749" y="1077"/>
                  </a:lnTo>
                  <a:lnTo>
                    <a:pt x="763" y="1083"/>
                  </a:lnTo>
                  <a:lnTo>
                    <a:pt x="778" y="1089"/>
                  </a:lnTo>
                  <a:lnTo>
                    <a:pt x="794" y="1093"/>
                  </a:lnTo>
                  <a:lnTo>
                    <a:pt x="809" y="1095"/>
                  </a:lnTo>
                  <a:lnTo>
                    <a:pt x="826" y="1096"/>
                  </a:lnTo>
                  <a:lnTo>
                    <a:pt x="842" y="1095"/>
                  </a:lnTo>
                  <a:lnTo>
                    <a:pt x="858" y="1093"/>
                  </a:lnTo>
                  <a:lnTo>
                    <a:pt x="873" y="1089"/>
                  </a:lnTo>
                  <a:lnTo>
                    <a:pt x="888" y="1083"/>
                  </a:lnTo>
                  <a:lnTo>
                    <a:pt x="902" y="1077"/>
                  </a:lnTo>
                  <a:lnTo>
                    <a:pt x="915" y="1069"/>
                  </a:lnTo>
                  <a:lnTo>
                    <a:pt x="928" y="1059"/>
                  </a:lnTo>
                  <a:lnTo>
                    <a:pt x="939" y="1049"/>
                  </a:lnTo>
                  <a:lnTo>
                    <a:pt x="949" y="1038"/>
                  </a:lnTo>
                  <a:lnTo>
                    <a:pt x="959" y="1025"/>
                  </a:lnTo>
                  <a:lnTo>
                    <a:pt x="967" y="1012"/>
                  </a:lnTo>
                  <a:lnTo>
                    <a:pt x="973" y="998"/>
                  </a:lnTo>
                  <a:lnTo>
                    <a:pt x="979" y="983"/>
                  </a:lnTo>
                  <a:lnTo>
                    <a:pt x="983" y="968"/>
                  </a:lnTo>
                  <a:lnTo>
                    <a:pt x="985" y="952"/>
                  </a:lnTo>
                  <a:lnTo>
                    <a:pt x="986" y="936"/>
                  </a:lnTo>
                  <a:lnTo>
                    <a:pt x="985" y="919"/>
                  </a:lnTo>
                  <a:lnTo>
                    <a:pt x="983" y="903"/>
                  </a:lnTo>
                  <a:lnTo>
                    <a:pt x="979" y="888"/>
                  </a:lnTo>
                  <a:lnTo>
                    <a:pt x="973" y="873"/>
                  </a:lnTo>
                  <a:lnTo>
                    <a:pt x="967" y="859"/>
                  </a:lnTo>
                  <a:lnTo>
                    <a:pt x="959" y="846"/>
                  </a:lnTo>
                  <a:lnTo>
                    <a:pt x="949" y="834"/>
                  </a:lnTo>
                  <a:lnTo>
                    <a:pt x="939" y="822"/>
                  </a:lnTo>
                  <a:lnTo>
                    <a:pt x="928" y="812"/>
                  </a:lnTo>
                  <a:lnTo>
                    <a:pt x="915" y="802"/>
                  </a:lnTo>
                  <a:lnTo>
                    <a:pt x="902" y="794"/>
                  </a:lnTo>
                  <a:lnTo>
                    <a:pt x="888" y="788"/>
                  </a:lnTo>
                  <a:lnTo>
                    <a:pt x="873" y="782"/>
                  </a:lnTo>
                  <a:lnTo>
                    <a:pt x="858" y="778"/>
                  </a:lnTo>
                  <a:lnTo>
                    <a:pt x="842" y="776"/>
                  </a:lnTo>
                  <a:lnTo>
                    <a:pt x="826" y="775"/>
                  </a:lnTo>
                  <a:lnTo>
                    <a:pt x="825" y="775"/>
                  </a:lnTo>
                  <a:moveTo>
                    <a:pt x="825" y="110"/>
                  </a:moveTo>
                  <a:lnTo>
                    <a:pt x="831" y="110"/>
                  </a:lnTo>
                  <a:lnTo>
                    <a:pt x="836" y="111"/>
                  </a:lnTo>
                  <a:lnTo>
                    <a:pt x="842" y="112"/>
                  </a:lnTo>
                  <a:lnTo>
                    <a:pt x="847" y="114"/>
                  </a:lnTo>
                  <a:lnTo>
                    <a:pt x="852" y="117"/>
                  </a:lnTo>
                  <a:lnTo>
                    <a:pt x="856" y="119"/>
                  </a:lnTo>
                  <a:lnTo>
                    <a:pt x="861" y="123"/>
                  </a:lnTo>
                  <a:lnTo>
                    <a:pt x="865" y="126"/>
                  </a:lnTo>
                  <a:lnTo>
                    <a:pt x="868" y="130"/>
                  </a:lnTo>
                  <a:lnTo>
                    <a:pt x="871" y="134"/>
                  </a:lnTo>
                  <a:lnTo>
                    <a:pt x="874" y="139"/>
                  </a:lnTo>
                  <a:lnTo>
                    <a:pt x="877" y="144"/>
                  </a:lnTo>
                  <a:lnTo>
                    <a:pt x="878" y="149"/>
                  </a:lnTo>
                  <a:lnTo>
                    <a:pt x="880" y="154"/>
                  </a:lnTo>
                  <a:lnTo>
                    <a:pt x="881" y="159"/>
                  </a:lnTo>
                  <a:lnTo>
                    <a:pt x="881" y="165"/>
                  </a:lnTo>
                  <a:lnTo>
                    <a:pt x="881" y="171"/>
                  </a:lnTo>
                  <a:lnTo>
                    <a:pt x="880" y="176"/>
                  </a:lnTo>
                  <a:lnTo>
                    <a:pt x="878" y="181"/>
                  </a:lnTo>
                  <a:lnTo>
                    <a:pt x="877" y="186"/>
                  </a:lnTo>
                  <a:lnTo>
                    <a:pt x="874" y="191"/>
                  </a:lnTo>
                  <a:lnTo>
                    <a:pt x="871" y="196"/>
                  </a:lnTo>
                  <a:lnTo>
                    <a:pt x="868" y="200"/>
                  </a:lnTo>
                  <a:lnTo>
                    <a:pt x="865" y="204"/>
                  </a:lnTo>
                  <a:lnTo>
                    <a:pt x="861" y="207"/>
                  </a:lnTo>
                  <a:lnTo>
                    <a:pt x="856" y="210"/>
                  </a:lnTo>
                  <a:lnTo>
                    <a:pt x="852" y="213"/>
                  </a:lnTo>
                  <a:lnTo>
                    <a:pt x="847" y="216"/>
                  </a:lnTo>
                  <a:lnTo>
                    <a:pt x="842" y="217"/>
                  </a:lnTo>
                  <a:lnTo>
                    <a:pt x="836" y="219"/>
                  </a:lnTo>
                  <a:lnTo>
                    <a:pt x="831" y="220"/>
                  </a:lnTo>
                  <a:lnTo>
                    <a:pt x="825" y="220"/>
                  </a:lnTo>
                  <a:lnTo>
                    <a:pt x="819" y="220"/>
                  </a:lnTo>
                  <a:lnTo>
                    <a:pt x="814" y="219"/>
                  </a:lnTo>
                  <a:lnTo>
                    <a:pt x="809" y="217"/>
                  </a:lnTo>
                  <a:lnTo>
                    <a:pt x="804" y="216"/>
                  </a:lnTo>
                  <a:lnTo>
                    <a:pt x="799" y="213"/>
                  </a:lnTo>
                  <a:lnTo>
                    <a:pt x="794" y="210"/>
                  </a:lnTo>
                  <a:lnTo>
                    <a:pt x="790" y="207"/>
                  </a:lnTo>
                  <a:lnTo>
                    <a:pt x="786" y="204"/>
                  </a:lnTo>
                  <a:lnTo>
                    <a:pt x="783" y="200"/>
                  </a:lnTo>
                  <a:lnTo>
                    <a:pt x="779" y="196"/>
                  </a:lnTo>
                  <a:lnTo>
                    <a:pt x="777" y="191"/>
                  </a:lnTo>
                  <a:lnTo>
                    <a:pt x="774" y="186"/>
                  </a:lnTo>
                  <a:lnTo>
                    <a:pt x="772" y="181"/>
                  </a:lnTo>
                  <a:lnTo>
                    <a:pt x="771" y="176"/>
                  </a:lnTo>
                  <a:lnTo>
                    <a:pt x="770" y="171"/>
                  </a:lnTo>
                  <a:lnTo>
                    <a:pt x="770" y="165"/>
                  </a:lnTo>
                  <a:lnTo>
                    <a:pt x="770" y="159"/>
                  </a:lnTo>
                  <a:lnTo>
                    <a:pt x="771" y="154"/>
                  </a:lnTo>
                  <a:lnTo>
                    <a:pt x="772" y="149"/>
                  </a:lnTo>
                  <a:lnTo>
                    <a:pt x="774" y="144"/>
                  </a:lnTo>
                  <a:lnTo>
                    <a:pt x="777" y="139"/>
                  </a:lnTo>
                  <a:lnTo>
                    <a:pt x="779" y="134"/>
                  </a:lnTo>
                  <a:lnTo>
                    <a:pt x="783" y="130"/>
                  </a:lnTo>
                  <a:lnTo>
                    <a:pt x="786" y="126"/>
                  </a:lnTo>
                  <a:lnTo>
                    <a:pt x="790" y="123"/>
                  </a:lnTo>
                  <a:lnTo>
                    <a:pt x="794" y="119"/>
                  </a:lnTo>
                  <a:lnTo>
                    <a:pt x="799" y="117"/>
                  </a:lnTo>
                  <a:lnTo>
                    <a:pt x="804" y="114"/>
                  </a:lnTo>
                  <a:lnTo>
                    <a:pt x="809" y="112"/>
                  </a:lnTo>
                  <a:lnTo>
                    <a:pt x="814" y="111"/>
                  </a:lnTo>
                  <a:lnTo>
                    <a:pt x="819" y="110"/>
                  </a:lnTo>
                  <a:lnTo>
                    <a:pt x="825" y="110"/>
                  </a:lnTo>
                  <a:moveTo>
                    <a:pt x="165" y="605"/>
                  </a:moveTo>
                  <a:lnTo>
                    <a:pt x="159" y="605"/>
                  </a:lnTo>
                  <a:lnTo>
                    <a:pt x="154" y="604"/>
                  </a:lnTo>
                  <a:lnTo>
                    <a:pt x="149" y="602"/>
                  </a:lnTo>
                  <a:lnTo>
                    <a:pt x="144" y="601"/>
                  </a:lnTo>
                  <a:lnTo>
                    <a:pt x="139" y="598"/>
                  </a:lnTo>
                  <a:lnTo>
                    <a:pt x="134" y="596"/>
                  </a:lnTo>
                  <a:lnTo>
                    <a:pt x="130" y="592"/>
                  </a:lnTo>
                  <a:lnTo>
                    <a:pt x="126" y="589"/>
                  </a:lnTo>
                  <a:lnTo>
                    <a:pt x="123" y="585"/>
                  </a:lnTo>
                  <a:lnTo>
                    <a:pt x="119" y="581"/>
                  </a:lnTo>
                  <a:lnTo>
                    <a:pt x="117" y="576"/>
                  </a:lnTo>
                  <a:lnTo>
                    <a:pt x="114" y="571"/>
                  </a:lnTo>
                  <a:lnTo>
                    <a:pt x="113" y="566"/>
                  </a:lnTo>
                  <a:lnTo>
                    <a:pt x="111" y="561"/>
                  </a:lnTo>
                  <a:lnTo>
                    <a:pt x="110" y="556"/>
                  </a:lnTo>
                  <a:lnTo>
                    <a:pt x="110" y="550"/>
                  </a:lnTo>
                  <a:lnTo>
                    <a:pt x="110" y="544"/>
                  </a:lnTo>
                  <a:lnTo>
                    <a:pt x="111" y="539"/>
                  </a:lnTo>
                  <a:lnTo>
                    <a:pt x="113" y="534"/>
                  </a:lnTo>
                  <a:lnTo>
                    <a:pt x="114" y="529"/>
                  </a:lnTo>
                  <a:lnTo>
                    <a:pt x="117" y="524"/>
                  </a:lnTo>
                  <a:lnTo>
                    <a:pt x="119" y="519"/>
                  </a:lnTo>
                  <a:lnTo>
                    <a:pt x="123" y="515"/>
                  </a:lnTo>
                  <a:lnTo>
                    <a:pt x="126" y="511"/>
                  </a:lnTo>
                  <a:lnTo>
                    <a:pt x="130" y="507"/>
                  </a:lnTo>
                  <a:lnTo>
                    <a:pt x="134" y="504"/>
                  </a:lnTo>
                  <a:lnTo>
                    <a:pt x="139" y="502"/>
                  </a:lnTo>
                  <a:lnTo>
                    <a:pt x="144" y="499"/>
                  </a:lnTo>
                  <a:lnTo>
                    <a:pt x="149" y="497"/>
                  </a:lnTo>
                  <a:lnTo>
                    <a:pt x="154" y="496"/>
                  </a:lnTo>
                  <a:lnTo>
                    <a:pt x="159" y="495"/>
                  </a:lnTo>
                  <a:lnTo>
                    <a:pt x="165" y="495"/>
                  </a:lnTo>
                  <a:lnTo>
                    <a:pt x="171" y="495"/>
                  </a:lnTo>
                  <a:lnTo>
                    <a:pt x="176" y="496"/>
                  </a:lnTo>
                  <a:lnTo>
                    <a:pt x="181" y="497"/>
                  </a:lnTo>
                  <a:lnTo>
                    <a:pt x="186" y="499"/>
                  </a:lnTo>
                  <a:lnTo>
                    <a:pt x="191" y="502"/>
                  </a:lnTo>
                  <a:lnTo>
                    <a:pt x="196" y="504"/>
                  </a:lnTo>
                  <a:lnTo>
                    <a:pt x="200" y="507"/>
                  </a:lnTo>
                  <a:lnTo>
                    <a:pt x="204" y="511"/>
                  </a:lnTo>
                  <a:lnTo>
                    <a:pt x="207" y="515"/>
                  </a:lnTo>
                  <a:lnTo>
                    <a:pt x="211" y="519"/>
                  </a:lnTo>
                  <a:lnTo>
                    <a:pt x="213" y="524"/>
                  </a:lnTo>
                  <a:lnTo>
                    <a:pt x="216" y="529"/>
                  </a:lnTo>
                  <a:lnTo>
                    <a:pt x="217" y="534"/>
                  </a:lnTo>
                  <a:lnTo>
                    <a:pt x="219" y="539"/>
                  </a:lnTo>
                  <a:lnTo>
                    <a:pt x="220" y="544"/>
                  </a:lnTo>
                  <a:lnTo>
                    <a:pt x="220" y="550"/>
                  </a:lnTo>
                  <a:lnTo>
                    <a:pt x="220" y="556"/>
                  </a:lnTo>
                  <a:lnTo>
                    <a:pt x="219" y="561"/>
                  </a:lnTo>
                  <a:lnTo>
                    <a:pt x="217" y="566"/>
                  </a:lnTo>
                  <a:lnTo>
                    <a:pt x="216" y="571"/>
                  </a:lnTo>
                  <a:lnTo>
                    <a:pt x="213" y="576"/>
                  </a:lnTo>
                  <a:lnTo>
                    <a:pt x="211" y="581"/>
                  </a:lnTo>
                  <a:lnTo>
                    <a:pt x="207" y="585"/>
                  </a:lnTo>
                  <a:lnTo>
                    <a:pt x="204" y="589"/>
                  </a:lnTo>
                  <a:lnTo>
                    <a:pt x="200" y="592"/>
                  </a:lnTo>
                  <a:lnTo>
                    <a:pt x="196" y="596"/>
                  </a:lnTo>
                  <a:lnTo>
                    <a:pt x="191" y="598"/>
                  </a:lnTo>
                  <a:lnTo>
                    <a:pt x="186" y="601"/>
                  </a:lnTo>
                  <a:lnTo>
                    <a:pt x="181" y="602"/>
                  </a:lnTo>
                  <a:lnTo>
                    <a:pt x="176" y="604"/>
                  </a:lnTo>
                  <a:lnTo>
                    <a:pt x="171" y="605"/>
                  </a:lnTo>
                  <a:lnTo>
                    <a:pt x="165" y="605"/>
                  </a:lnTo>
                  <a:moveTo>
                    <a:pt x="825" y="992"/>
                  </a:moveTo>
                  <a:lnTo>
                    <a:pt x="819" y="992"/>
                  </a:lnTo>
                  <a:lnTo>
                    <a:pt x="814" y="991"/>
                  </a:lnTo>
                  <a:lnTo>
                    <a:pt x="809" y="989"/>
                  </a:lnTo>
                  <a:lnTo>
                    <a:pt x="804" y="988"/>
                  </a:lnTo>
                  <a:lnTo>
                    <a:pt x="799" y="985"/>
                  </a:lnTo>
                  <a:lnTo>
                    <a:pt x="794" y="982"/>
                  </a:lnTo>
                  <a:lnTo>
                    <a:pt x="790" y="979"/>
                  </a:lnTo>
                  <a:lnTo>
                    <a:pt x="786" y="976"/>
                  </a:lnTo>
                  <a:lnTo>
                    <a:pt x="783" y="972"/>
                  </a:lnTo>
                  <a:lnTo>
                    <a:pt x="779" y="968"/>
                  </a:lnTo>
                  <a:lnTo>
                    <a:pt x="777" y="963"/>
                  </a:lnTo>
                  <a:lnTo>
                    <a:pt x="774" y="958"/>
                  </a:lnTo>
                  <a:lnTo>
                    <a:pt x="772" y="953"/>
                  </a:lnTo>
                  <a:lnTo>
                    <a:pt x="771" y="948"/>
                  </a:lnTo>
                  <a:lnTo>
                    <a:pt x="770" y="943"/>
                  </a:lnTo>
                  <a:lnTo>
                    <a:pt x="770" y="937"/>
                  </a:lnTo>
                  <a:lnTo>
                    <a:pt x="770" y="931"/>
                  </a:lnTo>
                  <a:lnTo>
                    <a:pt x="771" y="926"/>
                  </a:lnTo>
                  <a:lnTo>
                    <a:pt x="772" y="921"/>
                  </a:lnTo>
                  <a:lnTo>
                    <a:pt x="774" y="916"/>
                  </a:lnTo>
                  <a:lnTo>
                    <a:pt x="777" y="911"/>
                  </a:lnTo>
                  <a:lnTo>
                    <a:pt x="779" y="906"/>
                  </a:lnTo>
                  <a:lnTo>
                    <a:pt x="782" y="902"/>
                  </a:lnTo>
                  <a:lnTo>
                    <a:pt x="786" y="898"/>
                  </a:lnTo>
                  <a:lnTo>
                    <a:pt x="790" y="895"/>
                  </a:lnTo>
                  <a:lnTo>
                    <a:pt x="794" y="891"/>
                  </a:lnTo>
                  <a:lnTo>
                    <a:pt x="799" y="889"/>
                  </a:lnTo>
                  <a:lnTo>
                    <a:pt x="804" y="886"/>
                  </a:lnTo>
                  <a:lnTo>
                    <a:pt x="809" y="884"/>
                  </a:lnTo>
                  <a:lnTo>
                    <a:pt x="814" y="883"/>
                  </a:lnTo>
                  <a:lnTo>
                    <a:pt x="819" y="882"/>
                  </a:lnTo>
                  <a:lnTo>
                    <a:pt x="825" y="882"/>
                  </a:lnTo>
                  <a:lnTo>
                    <a:pt x="831" y="882"/>
                  </a:lnTo>
                  <a:lnTo>
                    <a:pt x="836" y="883"/>
                  </a:lnTo>
                  <a:lnTo>
                    <a:pt x="841" y="884"/>
                  </a:lnTo>
                  <a:lnTo>
                    <a:pt x="847" y="886"/>
                  </a:lnTo>
                  <a:lnTo>
                    <a:pt x="851" y="889"/>
                  </a:lnTo>
                  <a:lnTo>
                    <a:pt x="856" y="891"/>
                  </a:lnTo>
                  <a:lnTo>
                    <a:pt x="860" y="895"/>
                  </a:lnTo>
                  <a:lnTo>
                    <a:pt x="864" y="898"/>
                  </a:lnTo>
                  <a:lnTo>
                    <a:pt x="868" y="902"/>
                  </a:lnTo>
                  <a:lnTo>
                    <a:pt x="871" y="906"/>
                  </a:lnTo>
                  <a:lnTo>
                    <a:pt x="874" y="911"/>
                  </a:lnTo>
                  <a:lnTo>
                    <a:pt x="877" y="916"/>
                  </a:lnTo>
                  <a:lnTo>
                    <a:pt x="878" y="921"/>
                  </a:lnTo>
                  <a:lnTo>
                    <a:pt x="880" y="926"/>
                  </a:lnTo>
                  <a:lnTo>
                    <a:pt x="881" y="931"/>
                  </a:lnTo>
                  <a:lnTo>
                    <a:pt x="881" y="937"/>
                  </a:lnTo>
                  <a:lnTo>
                    <a:pt x="881" y="943"/>
                  </a:lnTo>
                  <a:lnTo>
                    <a:pt x="880" y="948"/>
                  </a:lnTo>
                  <a:lnTo>
                    <a:pt x="878" y="953"/>
                  </a:lnTo>
                  <a:lnTo>
                    <a:pt x="877" y="958"/>
                  </a:lnTo>
                  <a:lnTo>
                    <a:pt x="874" y="963"/>
                  </a:lnTo>
                  <a:lnTo>
                    <a:pt x="871" y="968"/>
                  </a:lnTo>
                  <a:lnTo>
                    <a:pt x="868" y="972"/>
                  </a:lnTo>
                  <a:lnTo>
                    <a:pt x="865" y="976"/>
                  </a:lnTo>
                  <a:lnTo>
                    <a:pt x="861" y="979"/>
                  </a:lnTo>
                  <a:lnTo>
                    <a:pt x="856" y="982"/>
                  </a:lnTo>
                  <a:lnTo>
                    <a:pt x="852" y="985"/>
                  </a:lnTo>
                  <a:lnTo>
                    <a:pt x="847" y="988"/>
                  </a:lnTo>
                  <a:lnTo>
                    <a:pt x="842" y="989"/>
                  </a:lnTo>
                  <a:lnTo>
                    <a:pt x="836" y="991"/>
                  </a:lnTo>
                  <a:lnTo>
                    <a:pt x="831" y="992"/>
                  </a:lnTo>
                  <a:lnTo>
                    <a:pt x="825" y="99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08" name=""/>
          <p:cNvGrpSpPr/>
          <p:nvPr/>
        </p:nvGrpSpPr>
        <p:grpSpPr>
          <a:xfrm>
            <a:off x="1625040" y="2692800"/>
            <a:ext cx="6935760" cy="1063080"/>
            <a:chOff x="1625040" y="2692800"/>
            <a:chExt cx="6935760" cy="1063080"/>
          </a:xfrm>
        </p:grpSpPr>
        <p:sp>
          <p:nvSpPr>
            <p:cNvPr id="509" name=""/>
            <p:cNvSpPr/>
            <p:nvPr/>
          </p:nvSpPr>
          <p:spPr>
            <a:xfrm>
              <a:off x="1717560" y="2785680"/>
              <a:ext cx="675072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3333600" y="2785680"/>
              <a:ext cx="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6729120" y="2785680"/>
              <a:ext cx="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162504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1"/>
                  </a:lnTo>
                  <a:lnTo>
                    <a:pt x="496" y="356"/>
                  </a:lnTo>
                  <a:lnTo>
                    <a:pt x="489" y="372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1"/>
                  </a:lnTo>
                  <a:lnTo>
                    <a:pt x="74" y="440"/>
                  </a:lnTo>
                  <a:lnTo>
                    <a:pt x="63" y="428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837540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8" y="371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9"/>
                  </a:lnTo>
                  <a:lnTo>
                    <a:pt x="439" y="441"/>
                  </a:lnTo>
                  <a:lnTo>
                    <a:pt x="427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1"/>
                  </a:lnTo>
                  <a:lnTo>
                    <a:pt x="20" y="356"/>
                  </a:lnTo>
                  <a:lnTo>
                    <a:pt x="14" y="340"/>
                  </a:lnTo>
                  <a:lnTo>
                    <a:pt x="9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9" y="191"/>
                  </a:lnTo>
                  <a:lnTo>
                    <a:pt x="14" y="175"/>
                  </a:lnTo>
                  <a:lnTo>
                    <a:pt x="20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8" y="0"/>
                  </a:lnTo>
                  <a:lnTo>
                    <a:pt x="274" y="0"/>
                  </a:lnTo>
                  <a:lnTo>
                    <a:pt x="291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7" y="64"/>
                  </a:lnTo>
                  <a:lnTo>
                    <a:pt x="439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324072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1" y="341"/>
                  </a:lnTo>
                  <a:lnTo>
                    <a:pt x="495" y="356"/>
                  </a:lnTo>
                  <a:lnTo>
                    <a:pt x="488" y="372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8" y="451"/>
                  </a:lnTo>
                  <a:lnTo>
                    <a:pt x="76" y="440"/>
                  </a:lnTo>
                  <a:lnTo>
                    <a:pt x="64" y="428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6" y="75"/>
                  </a:lnTo>
                  <a:lnTo>
                    <a:pt x="88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4" y="2"/>
                  </a:lnTo>
                  <a:lnTo>
                    <a:pt x="241" y="0"/>
                  </a:lnTo>
                  <a:lnTo>
                    <a:pt x="258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5" y="160"/>
                  </a:lnTo>
                  <a:lnTo>
                    <a:pt x="501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494712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663660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2"/>
                  </a:lnTo>
                  <a:lnTo>
                    <a:pt x="74" y="441"/>
                  </a:lnTo>
                  <a:lnTo>
                    <a:pt x="63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/>
          </p:nvPr>
        </p:nvSpPr>
        <p:spPr>
          <a:xfrm>
            <a:off x="900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/>
          </p:nvPr>
        </p:nvSpPr>
        <p:spPr>
          <a:xfrm>
            <a:off x="2628000" y="3744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/>
          </p:nvPr>
        </p:nvSpPr>
        <p:spPr>
          <a:xfrm>
            <a:off x="4356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2" name="PlaceHolder 6"/>
          <p:cNvSpPr>
            <a:spLocks noGrp="1"/>
          </p:cNvSpPr>
          <p:nvPr>
            <p:ph/>
          </p:nvPr>
        </p:nvSpPr>
        <p:spPr>
          <a:xfrm>
            <a:off x="6084000" y="3744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3" name="PlaceHolder 7"/>
          <p:cNvSpPr>
            <a:spLocks noGrp="1"/>
          </p:cNvSpPr>
          <p:nvPr>
            <p:ph/>
          </p:nvPr>
        </p:nvSpPr>
        <p:spPr>
          <a:xfrm>
            <a:off x="7812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"/>
          <p:cNvGrpSpPr/>
          <p:nvPr/>
        </p:nvGrpSpPr>
        <p:grpSpPr>
          <a:xfrm>
            <a:off x="4345200" y="1300320"/>
            <a:ext cx="7354800" cy="3558240"/>
            <a:chOff x="4345200" y="1300320"/>
            <a:chExt cx="7354800" cy="3558240"/>
          </a:xfrm>
        </p:grpSpPr>
        <p:sp>
          <p:nvSpPr>
            <p:cNvPr id="525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75" y="4300"/>
                  </a:moveTo>
                  <a:arcTo wR="10800" hR="10800" stAng="-8580000" swAng="318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6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88" y="7284"/>
                  </a:moveTo>
                  <a:arcTo wR="10800" hR="10800" stAng="-9660000" swAng="96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4300" y="19425"/>
                  </a:moveTo>
                  <a:arcTo wR="10800" hR="10800" stAng="7620000" swAng="420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0800" y="21600"/>
                  </a:moveTo>
                  <a:arcTo wR="10800" hR="10800" stAng="5400000" swAng="210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8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9234000" y="2358000"/>
              <a:ext cx="1692000" cy="1692000"/>
            </a:xfrm>
            <a:prstGeom prst="ellipse">
              <a:avLst/>
            </a:pr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0" name=""/>
            <p:cNvSpPr txBox="1"/>
            <p:nvPr/>
          </p:nvSpPr>
          <p:spPr>
            <a:xfrm rot="3810000">
              <a:off x="9067320" y="181368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30%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1" name=""/>
            <p:cNvSpPr txBox="1"/>
            <p:nvPr/>
          </p:nvSpPr>
          <p:spPr>
            <a:xfrm rot="20520000">
              <a:off x="8446320" y="326664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40%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2" name=""/>
            <p:cNvSpPr txBox="1"/>
            <p:nvPr/>
          </p:nvSpPr>
          <p:spPr>
            <a:xfrm rot="1620000">
              <a:off x="8527320" y="235512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10%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3" name=""/>
            <p:cNvSpPr txBox="1"/>
            <p:nvPr/>
          </p:nvSpPr>
          <p:spPr>
            <a:xfrm rot="17280000">
              <a:off x="9244800" y="409896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20%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4345200" y="1300320"/>
              <a:ext cx="4924080" cy="446760"/>
            </a:xfrm>
            <a:custGeom>
              <a:avLst/>
              <a:gdLst/>
              <a:ahLst/>
              <a:rect l="0" t="0" r="r" b="b"/>
              <a:pathLst>
                <a:path fill="none" w="13678" h="1241">
                  <a:moveTo>
                    <a:pt x="0" y="0"/>
                  </a:moveTo>
                  <a:lnTo>
                    <a:pt x="13678" y="0"/>
                  </a:lnTo>
                  <a:lnTo>
                    <a:pt x="13678" y="1241"/>
                  </a:lnTo>
                </a:path>
              </a:pathLst>
            </a:cu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6388920" y="2433600"/>
              <a:ext cx="224640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4345200" y="3505320"/>
              <a:ext cx="41774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7" name=""/>
            <p:cNvSpPr/>
            <p:nvPr/>
          </p:nvSpPr>
          <p:spPr>
            <a:xfrm>
              <a:off x="6371280" y="4510440"/>
              <a:ext cx="2897640" cy="326880"/>
            </a:xfrm>
            <a:custGeom>
              <a:avLst/>
              <a:gdLst/>
              <a:ahLst/>
              <a:rect l="0" t="0" r="r" b="b"/>
              <a:pathLst>
                <a:path fill="none" w="8049" h="908">
                  <a:moveTo>
                    <a:pt x="0" y="908"/>
                  </a:moveTo>
                  <a:lnTo>
                    <a:pt x="35" y="905"/>
                  </a:lnTo>
                  <a:lnTo>
                    <a:pt x="113" y="903"/>
                  </a:lnTo>
                  <a:lnTo>
                    <a:pt x="386" y="900"/>
                  </a:lnTo>
                  <a:lnTo>
                    <a:pt x="1317" y="896"/>
                  </a:lnTo>
                  <a:lnTo>
                    <a:pt x="4077" y="897"/>
                  </a:lnTo>
                  <a:lnTo>
                    <a:pt x="8049" y="908"/>
                  </a:lnTo>
                  <a:lnTo>
                    <a:pt x="8049" y="0"/>
                  </a:lnTo>
                </a:path>
              </a:pathLst>
            </a:cu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504000" y="550800"/>
            <a:ext cx="9072000" cy="55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1080000" y="108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3060000" y="216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2" name="PlaceHolder 5"/>
          <p:cNvSpPr>
            <a:spLocks noGrp="1"/>
          </p:cNvSpPr>
          <p:nvPr>
            <p:ph/>
          </p:nvPr>
        </p:nvSpPr>
        <p:spPr>
          <a:xfrm>
            <a:off x="1080000" y="324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3" name="PlaceHolder 6"/>
          <p:cNvSpPr>
            <a:spLocks noGrp="1"/>
          </p:cNvSpPr>
          <p:nvPr>
            <p:ph/>
          </p:nvPr>
        </p:nvSpPr>
        <p:spPr>
          <a:xfrm>
            <a:off x="3060000" y="432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ubTitle"/>
          </p:nvPr>
        </p:nvSpPr>
        <p:spPr>
          <a:xfrm>
            <a:off x="4320000" y="2880000"/>
            <a:ext cx="50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Yellow Idea</Template>
  <TotalTime>0</TotalTime>
  <Application>LibreOffice/26.2.6.3$MacOSX_AARCH64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2026-10-08T00:58:32Z</dcterms:created>
  <dc:creator/>
  <dc:description>
               Yellow Idea - LibreOffice Impress Template
                    by Dwi Alita @ealita.id
This template is made as an answer to Indonesian LibreOffice Community and
Gimpscape ID's call-to-arms to contribute to the 10th anniversary of
LibreOffice celebration.
Credits:
This work is licensed under the Creative Commons Attribution-ShareAlike 4.0
International License by Dwi Alita @ealita.id.
To view a copy of this license, visit https://creativecommons.org/licenses/by-sa/4.0/legalcode
or send a letter to Creative Commons, PO Box 1866, Mountain View, CA 94042, USA.
    </dc:description>
  <dc:language>zh-CN</dc:language>
  <cp:lastModifiedBy/>
  <cp:revision>1</cp:revision>
  <dc:subject/>
  <dc:title>Yellow Idea</dc:title>
</cp:coreProperties>
</file>